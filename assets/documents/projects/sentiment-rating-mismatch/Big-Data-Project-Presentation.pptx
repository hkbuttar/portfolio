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5143500" cx="9144000"/>
  <p:notesSz cx="6858000" cy="9144000"/>
  <p:embeddedFontLst>
    <p:embeddedFont>
      <p:font typeface="Archivo Light"/>
      <p:regular r:id="rId36"/>
      <p:bold r:id="rId37"/>
      <p:italic r:id="rId38"/>
      <p:boldItalic r:id="rId39"/>
    </p:embeddedFont>
    <p:embeddedFont>
      <p:font typeface="Archivo"/>
      <p:regular r:id="rId40"/>
      <p:bold r:id="rId41"/>
      <p:italic r:id="rId42"/>
      <p:boldItalic r:id="rId43"/>
    </p:embeddedFont>
    <p:embeddedFont>
      <p:font typeface="Archivo SemiBold"/>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A54C6E9-52EC-4178-BF43-A9CFB6478769}">
  <a:tblStyle styleId="{5A54C6E9-52EC-4178-BF43-A9CFB647876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rchivo-regular.fntdata"/><Relationship Id="rId42" Type="http://schemas.openxmlformats.org/officeDocument/2006/relationships/font" Target="fonts/Archivo-italic.fntdata"/><Relationship Id="rId41" Type="http://schemas.openxmlformats.org/officeDocument/2006/relationships/font" Target="fonts/Archivo-bold.fntdata"/><Relationship Id="rId44" Type="http://schemas.openxmlformats.org/officeDocument/2006/relationships/font" Target="fonts/ArchivoSemiBold-regular.fntdata"/><Relationship Id="rId43" Type="http://schemas.openxmlformats.org/officeDocument/2006/relationships/font" Target="fonts/Archivo-boldItalic.fntdata"/><Relationship Id="rId46" Type="http://schemas.openxmlformats.org/officeDocument/2006/relationships/font" Target="fonts/ArchivoSemiBold-italic.fntdata"/><Relationship Id="rId45" Type="http://schemas.openxmlformats.org/officeDocument/2006/relationships/font" Target="fonts/ArchivoSemi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7" Type="http://schemas.openxmlformats.org/officeDocument/2006/relationships/font" Target="fonts/ArchivoSemiBold-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font" Target="fonts/ArchivoLight-bold.fntdata"/><Relationship Id="rId36" Type="http://schemas.openxmlformats.org/officeDocument/2006/relationships/font" Target="fonts/ArchivoLight-regular.fntdata"/><Relationship Id="rId39" Type="http://schemas.openxmlformats.org/officeDocument/2006/relationships/font" Target="fonts/ArchivoLight-boldItalic.fntdata"/><Relationship Id="rId38" Type="http://schemas.openxmlformats.org/officeDocument/2006/relationships/font" Target="fonts/ArchivoLight-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ab8035fed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ab8035fed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ab8035fed5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3ab8035fed5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ab8035fed5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ab8035fed5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chemeClr val="dk1"/>
              </a:buClr>
              <a:buSzPts val="1000"/>
              <a:buFont typeface="Archivo"/>
              <a:buChar char="-"/>
            </a:pPr>
            <a:r>
              <a:rPr lang="en" sz="1000">
                <a:solidFill>
                  <a:schemeClr val="dk1"/>
                </a:solidFill>
                <a:latin typeface="Archivo"/>
                <a:ea typeface="Archivo"/>
                <a:cs typeface="Archivo"/>
                <a:sym typeface="Archivo"/>
              </a:rPr>
              <a:t>Amazon is flooded with reviews; star ratings miss subtle but critical issues</a:t>
            </a:r>
            <a:endParaRPr sz="1000">
              <a:solidFill>
                <a:schemeClr val="dk1"/>
              </a:solidFill>
              <a:latin typeface="Archivo"/>
              <a:ea typeface="Archivo"/>
              <a:cs typeface="Archivo"/>
              <a:sym typeface="Archivo"/>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adf67550b1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adf67550b1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aba8b0d47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aba8b0d47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ab8035fed5_0_1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ab8035fed5_0_1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2100" lvl="0" marL="457200" rtl="0" algn="l">
              <a:spcBef>
                <a:spcPts val="0"/>
              </a:spcBef>
              <a:spcAft>
                <a:spcPts val="0"/>
              </a:spcAft>
              <a:buClr>
                <a:schemeClr val="dk1"/>
              </a:buClr>
              <a:buSzPts val="1000"/>
              <a:buFont typeface="Archivo Light"/>
              <a:buChar char="●"/>
            </a:pPr>
            <a:r>
              <a:rPr lang="en" sz="1000">
                <a:solidFill>
                  <a:schemeClr val="dk1"/>
                </a:solidFill>
                <a:latin typeface="Archivo Light"/>
                <a:ea typeface="Archivo Light"/>
                <a:cs typeface="Archivo Light"/>
                <a:sym typeface="Archivo Light"/>
              </a:rPr>
              <a:t>Time windows reviewed: 0~30, 31~90, 91~180, 181~365, 366 ~ 1095 days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ab8035fed5_0_1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ab8035fed5_0_1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aba8b0d471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aba8b0d471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aba8b0d471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3aba8b0d471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aba8b0d471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aba8b0d471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add6dbfc45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3add6dbfc45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acf01e2ee4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acf01e2ee4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3a3f94946d2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3a3f94946d2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Archivo"/>
                <a:ea typeface="Archivo"/>
                <a:cs typeface="Archivo"/>
                <a:sym typeface="Archivo"/>
              </a:rPr>
              <a:t>Why Mismatches are Important</a:t>
            </a:r>
            <a:endParaRPr sz="1200">
              <a:solidFill>
                <a:schemeClr val="dk1"/>
              </a:solidFill>
            </a:endParaRPr>
          </a:p>
          <a:p>
            <a:pPr indent="-304800" lvl="0" marL="457200" rtl="0" algn="l">
              <a:lnSpc>
                <a:spcPct val="115000"/>
              </a:lnSpc>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Mismatched reviews, specifically positive text paired with low ratings, let us focus on cases where customer expectations were not met.</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These reviews often reveal issues like products breaking during shipping, misleading descriptions, or features that don’t match what customers expected.</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By analyzing the words most associated with mismatched reviews, we can understand why customers speak favorably in text yet still give 1–2 star ratings.</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Text–rating disagreements highlight quality problems, UX friction, or misclicks and are some of the most actionable signals for improving product pages, customer experience, and conversion.</a:t>
            </a:r>
            <a:endParaRPr sz="1200">
              <a:solidFill>
                <a:schemeClr val="dk1"/>
              </a:solidFill>
              <a:latin typeface="Archivo"/>
              <a:ea typeface="Archivo"/>
              <a:cs typeface="Archivo"/>
              <a:sym typeface="Archivo"/>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acf01e2ee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acf01e2ee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adf67550b1_2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3adf67550b1_2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latin typeface="Archivo"/>
                <a:ea typeface="Archivo"/>
                <a:cs typeface="Archivo"/>
                <a:sym typeface="Archivo"/>
              </a:rPr>
              <a:t>1. Score Sentiment &amp; Detect Mismatches</a:t>
            </a:r>
            <a:endParaRPr sz="1200">
              <a:solidFill>
                <a:schemeClr val="dk1"/>
              </a:solidFill>
              <a:latin typeface="Archivo"/>
              <a:ea typeface="Archivo"/>
              <a:cs typeface="Archivo"/>
              <a:sym typeface="Archivo"/>
            </a:endParaRPr>
          </a:p>
          <a:p>
            <a:pPr indent="-304800" lvl="0" marL="457200" rtl="0" algn="l">
              <a:lnSpc>
                <a:spcPct val="115000"/>
              </a:lnSpc>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Recreates weak labels (high vs low stars) to match original training setup</a:t>
            </a:r>
            <a:endParaRPr sz="1200">
              <a:solidFill>
                <a:schemeClr val="dk1"/>
              </a:solidFill>
              <a:latin typeface="Archivo"/>
              <a:ea typeface="Archivo"/>
              <a:cs typeface="Archivo"/>
              <a:sym typeface="Archivo"/>
            </a:endParaRPr>
          </a:p>
          <a:p>
            <a:pPr indent="-304800" lvl="0" marL="457200" rtl="0" algn="l">
              <a:lnSpc>
                <a:spcPct val="115000"/>
              </a:lnSpc>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Applies TF-IDF + logistic regression to score each review’s positive-sentiment probability</a:t>
            </a:r>
            <a:endParaRPr sz="1200">
              <a:solidFill>
                <a:schemeClr val="dk1"/>
              </a:solidFill>
              <a:latin typeface="Archivo"/>
              <a:ea typeface="Archivo"/>
              <a:cs typeface="Archivo"/>
              <a:sym typeface="Archivo"/>
            </a:endParaRPr>
          </a:p>
          <a:p>
            <a:pPr indent="-304800" lvl="0" marL="457200" rtl="0" algn="l">
              <a:lnSpc>
                <a:spcPct val="115000"/>
              </a:lnSpc>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Flags mismatches:</a:t>
            </a:r>
            <a:endParaRPr sz="1200">
              <a:solidFill>
                <a:schemeClr val="dk1"/>
              </a:solidFill>
              <a:latin typeface="Archivo"/>
              <a:ea typeface="Archivo"/>
              <a:cs typeface="Archivo"/>
              <a:sym typeface="Archivo"/>
            </a:endParaRPr>
          </a:p>
          <a:p>
            <a:pPr indent="-304800" lvl="1" marL="914400" rtl="0" algn="l">
              <a:lnSpc>
                <a:spcPct val="115000"/>
              </a:lnSpc>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Positive text + low rating</a:t>
            </a:r>
            <a:endParaRPr sz="1200">
              <a:solidFill>
                <a:schemeClr val="dk1"/>
              </a:solidFill>
              <a:latin typeface="Archivo"/>
              <a:ea typeface="Archivo"/>
              <a:cs typeface="Archivo"/>
              <a:sym typeface="Archivo"/>
            </a:endParaRPr>
          </a:p>
          <a:p>
            <a:pPr indent="-304800" lvl="1" marL="914400" rtl="0" algn="l">
              <a:lnSpc>
                <a:spcPct val="115000"/>
              </a:lnSpc>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Negative text + high rating</a:t>
            </a:r>
            <a:endParaRPr sz="12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b="1" lang="en" sz="1200">
                <a:solidFill>
                  <a:schemeClr val="dk1"/>
                </a:solidFill>
                <a:latin typeface="Archivo"/>
                <a:ea typeface="Archivo"/>
                <a:cs typeface="Archivo"/>
                <a:sym typeface="Archivo"/>
              </a:rPr>
              <a:t>Why weak labels?</a:t>
            </a:r>
            <a:endParaRPr b="1"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Allows us to approximate “positive vs negative text” using star ratings without manually labeling millions of reviews.</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Ensures the inference pipeline matches the structure used during training, improving scoring accuracy.</a:t>
            </a:r>
            <a:endParaRPr sz="1200">
              <a:solidFill>
                <a:schemeClr val="dk1"/>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b="1" lang="en" sz="1200">
                <a:solidFill>
                  <a:schemeClr val="dk1"/>
                </a:solidFill>
                <a:latin typeface="Archivo"/>
                <a:ea typeface="Archivo"/>
                <a:cs typeface="Archivo"/>
                <a:sym typeface="Archivo"/>
              </a:rPr>
              <a:t>Why TF-IDF + logistic regression?</a:t>
            </a:r>
            <a:endParaRPr b="1"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Fast, scalable text-scoring method suitable for millions of records </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Produces interpretable probability outputs (how positive the text sounds).</a:t>
            </a:r>
            <a:endParaRPr sz="1200">
              <a:solidFill>
                <a:schemeClr val="dk1"/>
              </a:solidFill>
              <a:latin typeface="Archivo"/>
              <a:ea typeface="Archivo"/>
              <a:cs typeface="Archivo"/>
              <a:sym typeface="Archivo"/>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acf01e2ee4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3acf01e2ee4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rgbClr val="2C2C2E"/>
              </a:buClr>
              <a:buSzPts val="1200"/>
              <a:buFont typeface="Archivo"/>
              <a:buChar char="●"/>
            </a:pPr>
            <a:r>
              <a:t/>
            </a:r>
            <a:endParaRPr sz="1200">
              <a:solidFill>
                <a:srgbClr val="2C2C2E"/>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b="1" lang="en" sz="1200">
                <a:solidFill>
                  <a:srgbClr val="2C2C2E"/>
                </a:solidFill>
                <a:latin typeface="Archivo"/>
                <a:ea typeface="Archivo"/>
                <a:cs typeface="Archivo"/>
                <a:sym typeface="Archivo"/>
              </a:rPr>
              <a:t>Why LSH signatures?</a:t>
            </a:r>
            <a:endParaRPr b="1" sz="1200">
              <a:solidFill>
                <a:srgbClr val="2C2C2E"/>
              </a:solidFill>
              <a:latin typeface="Archivo"/>
              <a:ea typeface="Archivo"/>
              <a:cs typeface="Archivo"/>
              <a:sym typeface="Archivo"/>
            </a:endParaRPr>
          </a:p>
          <a:p>
            <a:pPr indent="-304800" lvl="0" marL="457200" rtl="0" algn="l">
              <a:spcBef>
                <a:spcPts val="0"/>
              </a:spcBef>
              <a:spcAft>
                <a:spcPts val="0"/>
              </a:spcAft>
              <a:buClr>
                <a:srgbClr val="2C2C2E"/>
              </a:buClr>
              <a:buSzPts val="1200"/>
              <a:buFont typeface="Archivo"/>
              <a:buChar char="●"/>
            </a:pPr>
            <a:r>
              <a:rPr lang="en" sz="1200">
                <a:solidFill>
                  <a:srgbClr val="2C2C2E"/>
                </a:solidFill>
                <a:latin typeface="Archivo"/>
                <a:ea typeface="Archivo"/>
                <a:cs typeface="Archivo"/>
                <a:sym typeface="Archivo"/>
              </a:rPr>
              <a:t>Enables fast similarity search at scale (millions of reviews).</a:t>
            </a:r>
            <a:endParaRPr sz="1200">
              <a:solidFill>
                <a:srgbClr val="2C2C2E"/>
              </a:solidFill>
              <a:latin typeface="Archivo"/>
              <a:ea typeface="Archivo"/>
              <a:cs typeface="Archivo"/>
              <a:sym typeface="Archivo"/>
            </a:endParaRPr>
          </a:p>
          <a:p>
            <a:pPr indent="-304800" lvl="0" marL="457200" rtl="0" algn="l">
              <a:spcBef>
                <a:spcPts val="0"/>
              </a:spcBef>
              <a:spcAft>
                <a:spcPts val="0"/>
              </a:spcAft>
              <a:buClr>
                <a:srgbClr val="2C2C2E"/>
              </a:buClr>
              <a:buSzPts val="1200"/>
              <a:buFont typeface="Archivo"/>
              <a:buChar char="●"/>
            </a:pPr>
            <a:r>
              <a:rPr lang="en" sz="1200">
                <a:solidFill>
                  <a:srgbClr val="2C2C2E"/>
                </a:solidFill>
                <a:latin typeface="Archivo"/>
                <a:ea typeface="Archivo"/>
                <a:cs typeface="Archivo"/>
                <a:sym typeface="Archivo"/>
              </a:rPr>
              <a:t>Useful for surfacing comparable reviews, finding patterns, and detecting systemic issues quickly.</a:t>
            </a:r>
            <a:endParaRPr sz="1200">
              <a:solidFill>
                <a:srgbClr val="2C2C2E"/>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lang="en" sz="1200">
                <a:solidFill>
                  <a:schemeClr val="dk1"/>
                </a:solidFill>
                <a:latin typeface="Archivo"/>
                <a:ea typeface="Archivo"/>
                <a:cs typeface="Archivo"/>
                <a:sym typeface="Archivo"/>
              </a:rPr>
              <a:t>3. Similarity Search &amp; Topic Extraction</a:t>
            </a:r>
            <a:endParaRPr sz="1200">
              <a:solidFill>
                <a:schemeClr val="dk1"/>
              </a:solidFill>
              <a:latin typeface="Archivo"/>
              <a:ea typeface="Archivo"/>
              <a:cs typeface="Archivo"/>
              <a:sym typeface="Archivo"/>
            </a:endParaRPr>
          </a:p>
          <a:p>
            <a:pPr indent="-304800" lvl="0" marL="457200" rtl="0" algn="l">
              <a:spcBef>
                <a:spcPts val="0"/>
              </a:spcBef>
              <a:spcAft>
                <a:spcPts val="0"/>
              </a:spcAft>
              <a:buClr>
                <a:srgbClr val="2C2C2E"/>
              </a:buClr>
              <a:buSzPts val="1200"/>
              <a:buFont typeface="Archivo"/>
              <a:buChar char="●"/>
            </a:pPr>
            <a:r>
              <a:rPr lang="en" sz="1200">
                <a:solidFill>
                  <a:srgbClr val="2C2C2E"/>
                </a:solidFill>
                <a:latin typeface="Archivo"/>
                <a:ea typeface="Archivo"/>
                <a:cs typeface="Archivo"/>
                <a:sym typeface="Archivo"/>
              </a:rPr>
              <a:t>Selects a mismatch review and finds its nearest neighbors using </a:t>
            </a:r>
            <a:r>
              <a:rPr b="1" lang="en" sz="1200">
                <a:solidFill>
                  <a:srgbClr val="2C2C2E"/>
                </a:solidFill>
                <a:latin typeface="Archivo"/>
                <a:ea typeface="Archivo"/>
                <a:cs typeface="Archivo"/>
                <a:sym typeface="Archivo"/>
              </a:rPr>
              <a:t>LSH ANN search</a:t>
            </a:r>
            <a:endParaRPr b="1" sz="1200">
              <a:solidFill>
                <a:srgbClr val="2C2C2E"/>
              </a:solidFill>
              <a:latin typeface="Archivo"/>
              <a:ea typeface="Archivo"/>
              <a:cs typeface="Archivo"/>
              <a:sym typeface="Archivo"/>
            </a:endParaRPr>
          </a:p>
          <a:p>
            <a:pPr indent="-304800" lvl="0" marL="457200" rtl="0" algn="l">
              <a:spcBef>
                <a:spcPts val="0"/>
              </a:spcBef>
              <a:spcAft>
                <a:spcPts val="0"/>
              </a:spcAft>
              <a:buClr>
                <a:srgbClr val="2C2C2E"/>
              </a:buClr>
              <a:buSzPts val="1200"/>
              <a:buFont typeface="Archivo"/>
              <a:buChar char="●"/>
            </a:pPr>
            <a:r>
              <a:rPr lang="en" sz="1200">
                <a:solidFill>
                  <a:srgbClr val="2C2C2E"/>
                </a:solidFill>
                <a:latin typeface="Archivo"/>
                <a:ea typeface="Archivo"/>
                <a:cs typeface="Archivo"/>
                <a:sym typeface="Archivo"/>
              </a:rPr>
              <a:t>Applies </a:t>
            </a:r>
            <a:r>
              <a:rPr b="1" lang="en" sz="1200">
                <a:solidFill>
                  <a:srgbClr val="2C2C2E"/>
                </a:solidFill>
                <a:latin typeface="Archivo"/>
                <a:ea typeface="Archivo"/>
                <a:cs typeface="Archivo"/>
                <a:sym typeface="Archivo"/>
              </a:rPr>
              <a:t>LDA</a:t>
            </a:r>
            <a:r>
              <a:rPr lang="en" sz="1200">
                <a:solidFill>
                  <a:srgbClr val="2C2C2E"/>
                </a:solidFill>
                <a:latin typeface="Archivo"/>
                <a:ea typeface="Archivo"/>
                <a:cs typeface="Archivo"/>
                <a:sym typeface="Archivo"/>
              </a:rPr>
              <a:t> to mismatch reviews to uncover topics</a:t>
            </a:r>
            <a:endParaRPr sz="1200">
              <a:solidFill>
                <a:srgbClr val="2C2C2E"/>
              </a:solidFill>
              <a:latin typeface="Archivo"/>
              <a:ea typeface="Archivo"/>
              <a:cs typeface="Archivo"/>
              <a:sym typeface="Archivo"/>
            </a:endParaRPr>
          </a:p>
          <a:p>
            <a:pPr indent="-304800" lvl="0" marL="457200" rtl="0" algn="l">
              <a:spcBef>
                <a:spcPts val="0"/>
              </a:spcBef>
              <a:spcAft>
                <a:spcPts val="0"/>
              </a:spcAft>
              <a:buClr>
                <a:srgbClr val="2C2C2E"/>
              </a:buClr>
              <a:buSzPts val="1200"/>
              <a:buFont typeface="Archivo"/>
              <a:buChar char="●"/>
            </a:pPr>
            <a:r>
              <a:rPr lang="en" sz="1200">
                <a:solidFill>
                  <a:srgbClr val="2C2C2E"/>
                </a:solidFill>
                <a:latin typeface="Archivo"/>
                <a:ea typeface="Archivo"/>
                <a:cs typeface="Archivo"/>
                <a:sym typeface="Archivo"/>
              </a:rPr>
              <a:t>Extracts and stores top terms per topic</a:t>
            </a:r>
            <a:endParaRPr b="1" sz="1200">
              <a:solidFill>
                <a:srgbClr val="2C2C2E"/>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b="1" lang="en" sz="1200">
                <a:solidFill>
                  <a:srgbClr val="2C2C2E"/>
                </a:solidFill>
                <a:latin typeface="Archivo"/>
                <a:ea typeface="Archivo"/>
                <a:cs typeface="Archivo"/>
                <a:sym typeface="Archivo"/>
              </a:rPr>
              <a:t>Why nearest-neighbor search for mismatches?</a:t>
            </a:r>
            <a:endParaRPr b="1" sz="1200">
              <a:solidFill>
                <a:srgbClr val="2C2C2E"/>
              </a:solidFill>
              <a:latin typeface="Archivo"/>
              <a:ea typeface="Archivo"/>
              <a:cs typeface="Archivo"/>
              <a:sym typeface="Archivo"/>
            </a:endParaRPr>
          </a:p>
          <a:p>
            <a:pPr indent="-304800" lvl="0" marL="457200" rtl="0" algn="l">
              <a:spcBef>
                <a:spcPts val="0"/>
              </a:spcBef>
              <a:spcAft>
                <a:spcPts val="0"/>
              </a:spcAft>
              <a:buClr>
                <a:srgbClr val="2C2C2E"/>
              </a:buClr>
              <a:buSzPts val="1200"/>
              <a:buFont typeface="Archivo"/>
              <a:buChar char="●"/>
            </a:pPr>
            <a:r>
              <a:rPr lang="en" sz="1200">
                <a:solidFill>
                  <a:srgbClr val="2C2C2E"/>
                </a:solidFill>
                <a:latin typeface="Archivo"/>
                <a:ea typeface="Archivo"/>
                <a:cs typeface="Archivo"/>
                <a:sym typeface="Archivo"/>
              </a:rPr>
              <a:t>Helps explain </a:t>
            </a:r>
            <a:r>
              <a:rPr i="1" lang="en" sz="1200">
                <a:solidFill>
                  <a:srgbClr val="2C2C2E"/>
                </a:solidFill>
                <a:latin typeface="Archivo"/>
                <a:ea typeface="Archivo"/>
                <a:cs typeface="Archivo"/>
                <a:sym typeface="Archivo"/>
              </a:rPr>
              <a:t>why</a:t>
            </a:r>
            <a:r>
              <a:rPr lang="en" sz="1200">
                <a:solidFill>
                  <a:srgbClr val="2C2C2E"/>
                </a:solidFill>
                <a:latin typeface="Archivo"/>
                <a:ea typeface="Archivo"/>
                <a:cs typeface="Archivo"/>
                <a:sym typeface="Archivo"/>
              </a:rPr>
              <a:t> a mismatch occurred by comparing it to similar reviews.</a:t>
            </a:r>
            <a:endParaRPr sz="1200">
              <a:solidFill>
                <a:srgbClr val="2C2C2E"/>
              </a:solidFill>
              <a:latin typeface="Archivo"/>
              <a:ea typeface="Archivo"/>
              <a:cs typeface="Archivo"/>
              <a:sym typeface="Archivo"/>
            </a:endParaRPr>
          </a:p>
          <a:p>
            <a:pPr indent="-304800" lvl="0" marL="457200" rtl="0" algn="l">
              <a:spcBef>
                <a:spcPts val="0"/>
              </a:spcBef>
              <a:spcAft>
                <a:spcPts val="0"/>
              </a:spcAft>
              <a:buClr>
                <a:srgbClr val="2C2C2E"/>
              </a:buClr>
              <a:buSzPts val="1200"/>
              <a:buFont typeface="Archivo"/>
              <a:buChar char="●"/>
            </a:pPr>
            <a:r>
              <a:rPr lang="en" sz="1200">
                <a:solidFill>
                  <a:srgbClr val="2C2C2E"/>
                </a:solidFill>
                <a:latin typeface="Archivo"/>
                <a:ea typeface="Archivo"/>
                <a:cs typeface="Archivo"/>
                <a:sym typeface="Archivo"/>
              </a:rPr>
              <a:t>Supports customer service, marketing, and product teams in diagnosing root causes.</a:t>
            </a:r>
            <a:endParaRPr sz="1200">
              <a:solidFill>
                <a:srgbClr val="2C2C2E"/>
              </a:solidFill>
              <a:latin typeface="Archivo"/>
              <a:ea typeface="Archivo"/>
              <a:cs typeface="Archivo"/>
              <a:sym typeface="Archivo"/>
            </a:endParaRPr>
          </a:p>
          <a:p>
            <a:pPr indent="0" lvl="0" marL="0" rtl="0" algn="l">
              <a:spcBef>
                <a:spcPts val="0"/>
              </a:spcBef>
              <a:spcAft>
                <a:spcPts val="0"/>
              </a:spcAft>
              <a:buClr>
                <a:schemeClr val="dk1"/>
              </a:buClr>
              <a:buSzPts val="1100"/>
              <a:buFont typeface="Arial"/>
              <a:buNone/>
            </a:pPr>
            <a:r>
              <a:rPr b="1" lang="en" sz="1200">
                <a:solidFill>
                  <a:srgbClr val="2C2C2E"/>
                </a:solidFill>
                <a:latin typeface="Archivo"/>
                <a:ea typeface="Archivo"/>
                <a:cs typeface="Archivo"/>
                <a:sym typeface="Archivo"/>
              </a:rPr>
              <a:t>Why LDA topics specifically on mismatches?</a:t>
            </a:r>
            <a:endParaRPr b="1" sz="1200">
              <a:solidFill>
                <a:srgbClr val="2C2C2E"/>
              </a:solidFill>
              <a:latin typeface="Archivo"/>
              <a:ea typeface="Archivo"/>
              <a:cs typeface="Archivo"/>
              <a:sym typeface="Archivo"/>
            </a:endParaRPr>
          </a:p>
          <a:p>
            <a:pPr indent="-304800" lvl="0" marL="457200" rtl="0" algn="l">
              <a:spcBef>
                <a:spcPts val="0"/>
              </a:spcBef>
              <a:spcAft>
                <a:spcPts val="0"/>
              </a:spcAft>
              <a:buClr>
                <a:srgbClr val="2C2C2E"/>
              </a:buClr>
              <a:buSzPts val="1200"/>
              <a:buFont typeface="Archivo"/>
              <a:buChar char="●"/>
            </a:pPr>
            <a:r>
              <a:rPr lang="en" sz="1200">
                <a:solidFill>
                  <a:srgbClr val="2C2C2E"/>
                </a:solidFill>
                <a:latin typeface="Archivo"/>
                <a:ea typeface="Archivo"/>
                <a:cs typeface="Archivo"/>
                <a:sym typeface="Archivo"/>
              </a:rPr>
              <a:t>Distills recurring themes behind the disagreement (e.g., “broken on arrival,” “wrong item,” “fit issues”).</a:t>
            </a:r>
            <a:endParaRPr sz="1200">
              <a:solidFill>
                <a:srgbClr val="2C2C2E"/>
              </a:solidFill>
              <a:latin typeface="Archivo"/>
              <a:ea typeface="Archivo"/>
              <a:cs typeface="Archivo"/>
              <a:sym typeface="Archivo"/>
            </a:endParaRPr>
          </a:p>
          <a:p>
            <a:pPr indent="-304800" lvl="0" marL="457200" rtl="0" algn="l">
              <a:spcBef>
                <a:spcPts val="0"/>
              </a:spcBef>
              <a:spcAft>
                <a:spcPts val="0"/>
              </a:spcAft>
              <a:buClr>
                <a:srgbClr val="2C2C2E"/>
              </a:buClr>
              <a:buSzPts val="1200"/>
              <a:buFont typeface="Archivo"/>
              <a:buChar char="●"/>
            </a:pPr>
            <a:r>
              <a:rPr lang="en" sz="1200">
                <a:solidFill>
                  <a:srgbClr val="2C2C2E"/>
                </a:solidFill>
                <a:latin typeface="Archivo"/>
                <a:ea typeface="Archivo"/>
                <a:cs typeface="Archivo"/>
                <a:sym typeface="Archivo"/>
              </a:rPr>
              <a:t>Provides clear, human-readable summaries directly useful for decision-makers.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acf01e2ee4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3acf01e2ee4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Each topic represents a recurring theme found across mismatched reviews (positive text but low rating).</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The top terms are the words most strongly associated with that topic based on their statistical weight in the LDA model.</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These terms help us understand the underlying reason why customers expressed positive sentiment in the text but still rated the product poorly.</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By examining the top terms, we can infer patterns such as shipping damage, sizing issues, product quality problems, or unmet expectations.</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The topics give the business a summarized map of common failure points, allowing teams to quickly identify and prioritize areas for improvement across products or categories.</a:t>
            </a:r>
            <a:endParaRPr sz="1200">
              <a:solidFill>
                <a:schemeClr val="dk1"/>
              </a:solidFill>
              <a:latin typeface="Archivo"/>
              <a:ea typeface="Archivo"/>
              <a:cs typeface="Archivo"/>
              <a:sym typeface="Archivo"/>
            </a:endParaRPr>
          </a:p>
          <a:p>
            <a:pPr indent="0" lvl="0" marL="0" rtl="0" algn="l">
              <a:spcBef>
                <a:spcPts val="0"/>
              </a:spcBef>
              <a:spcAft>
                <a:spcPts val="0"/>
              </a:spcAft>
              <a:buNone/>
            </a:pPr>
            <a:r>
              <a:rPr lang="en" sz="1200">
                <a:solidFill>
                  <a:schemeClr val="dk1"/>
                </a:solidFill>
                <a:latin typeface="Archivo"/>
                <a:ea typeface="Archivo"/>
                <a:cs typeface="Archivo"/>
                <a:sym typeface="Archivo"/>
              </a:rPr>
              <a:t>Example of Top Terms Per Topic for Mismatches</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This topic likely reflects customers who </a:t>
            </a:r>
            <a:r>
              <a:rPr i="1" lang="en" sz="1200">
                <a:solidFill>
                  <a:schemeClr val="dk1"/>
                </a:solidFill>
                <a:latin typeface="Archivo"/>
                <a:ea typeface="Archivo"/>
                <a:cs typeface="Archivo"/>
                <a:sym typeface="Archivo"/>
              </a:rPr>
              <a:t>speak positively</a:t>
            </a:r>
            <a:r>
              <a:rPr lang="en" sz="1200">
                <a:solidFill>
                  <a:schemeClr val="dk1"/>
                </a:solidFill>
                <a:latin typeface="Archivo"/>
                <a:ea typeface="Archivo"/>
                <a:cs typeface="Archivo"/>
                <a:sym typeface="Archivo"/>
              </a:rPr>
              <a:t> about the camera but encounter functional or reliability issues.</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The presence of terms like “get” and “work” suggests frustration with getting the camera to operate correctly, even if aspects of the product seem good.</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The mix of general product terms (“one,” “product”) implies broad dissatisfaction rather than a niche technical issue.</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In the mismatch context, this points to users initially liking the camera but ultimately giving low ratings because it did not work as expected or failed to function consistently.</a:t>
            </a:r>
            <a:endParaRPr sz="1200">
              <a:solidFill>
                <a:schemeClr val="dk1"/>
              </a:solidFill>
              <a:latin typeface="Archivo"/>
              <a:ea typeface="Archivo"/>
              <a:cs typeface="Archivo"/>
              <a:sym typeface="Archiv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ab8035fed5_0_10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3ab8035fed5_0_10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solidFill>
                  <a:srgbClr val="222222"/>
                </a:solidFill>
                <a:highlight>
                  <a:srgbClr val="FFFFFF"/>
                </a:highlight>
              </a:rPr>
              <a:t>too sparse..signals for binary (reconfirm with minhao)</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ad5e6f082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3ad5e6f082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acf01e2ee4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3acf01e2ee4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Clr>
                <a:schemeClr val="dk1"/>
              </a:buClr>
              <a:buSzPts val="1700"/>
              <a:buFont typeface="Archivo"/>
              <a:buChar char="●"/>
            </a:pPr>
            <a:r>
              <a:rPr lang="en" sz="1700">
                <a:solidFill>
                  <a:schemeClr val="dk1"/>
                </a:solidFill>
                <a:latin typeface="Archivo"/>
                <a:ea typeface="Archivo"/>
                <a:cs typeface="Archivo"/>
                <a:sym typeface="Archivo"/>
              </a:rPr>
              <a:t>We initially struggled to choose an appropriate dimensionality for Word2Vec and first attempted to train it on the entire dataset.</a:t>
            </a:r>
            <a:endParaRPr sz="1700">
              <a:solidFill>
                <a:schemeClr val="dk1"/>
              </a:solidFill>
              <a:latin typeface="Archivo"/>
              <a:ea typeface="Archivo"/>
              <a:cs typeface="Archivo"/>
              <a:sym typeface="Archivo"/>
            </a:endParaRPr>
          </a:p>
          <a:p>
            <a:pPr indent="-336550" lvl="1" marL="914400" rtl="0" algn="l">
              <a:spcBef>
                <a:spcPts val="0"/>
              </a:spcBef>
              <a:spcAft>
                <a:spcPts val="0"/>
              </a:spcAft>
              <a:buClr>
                <a:schemeClr val="dk1"/>
              </a:buClr>
              <a:buSzPts val="1700"/>
              <a:buFont typeface="Archivo"/>
              <a:buChar char="○"/>
            </a:pPr>
            <a:r>
              <a:rPr lang="en" sz="1700">
                <a:solidFill>
                  <a:schemeClr val="dk1"/>
                </a:solidFill>
                <a:latin typeface="Archivo"/>
                <a:ea typeface="Archivo"/>
                <a:cs typeface="Archivo"/>
                <a:sym typeface="Archivo"/>
              </a:rPr>
              <a:t>We ultimately shifted to training Word2Vec on a representative sample and then applying the trained model across the full dataset.</a:t>
            </a:r>
            <a:endParaRPr sz="1700">
              <a:solidFill>
                <a:schemeClr val="dk1"/>
              </a:solidFill>
              <a:latin typeface="Archivo"/>
              <a:ea typeface="Archivo"/>
              <a:cs typeface="Archivo"/>
              <a:sym typeface="Archivo"/>
            </a:endParaRPr>
          </a:p>
          <a:p>
            <a:pPr indent="-336550" lvl="0" marL="457200" rtl="0" algn="l">
              <a:spcBef>
                <a:spcPts val="0"/>
              </a:spcBef>
              <a:spcAft>
                <a:spcPts val="0"/>
              </a:spcAft>
              <a:buClr>
                <a:schemeClr val="dk1"/>
              </a:buClr>
              <a:buSzPts val="1700"/>
              <a:buFont typeface="Archivo"/>
              <a:buChar char="●"/>
            </a:pPr>
            <a:r>
              <a:rPr lang="en" sz="1700">
                <a:solidFill>
                  <a:schemeClr val="dk1"/>
                </a:solidFill>
                <a:latin typeface="Archivo"/>
                <a:ea typeface="Archivo"/>
                <a:cs typeface="Archivo"/>
                <a:sym typeface="Archivo"/>
              </a:rPr>
              <a:t>Model training was challenging due to the computational load; we had to iteratively adjust features and parameters so the cluster could train models without interruption.</a:t>
            </a:r>
            <a:endParaRPr sz="1700">
              <a:solidFill>
                <a:schemeClr val="dk1"/>
              </a:solidFill>
              <a:latin typeface="Archivo"/>
              <a:ea typeface="Archivo"/>
              <a:cs typeface="Archivo"/>
              <a:sym typeface="Archivo"/>
            </a:endParaRPr>
          </a:p>
          <a:p>
            <a:pPr indent="-336550" lvl="0" marL="457200" rtl="0" algn="l">
              <a:spcBef>
                <a:spcPts val="0"/>
              </a:spcBef>
              <a:spcAft>
                <a:spcPts val="0"/>
              </a:spcAft>
              <a:buClr>
                <a:schemeClr val="dk1"/>
              </a:buClr>
              <a:buSzPts val="1700"/>
              <a:buFont typeface="Archivo"/>
              <a:buChar char="●"/>
            </a:pPr>
            <a:r>
              <a:rPr lang="en" sz="1700">
                <a:solidFill>
                  <a:schemeClr val="dk1"/>
                </a:solidFill>
                <a:latin typeface="Archivo"/>
                <a:ea typeface="Archivo"/>
                <a:cs typeface="Archivo"/>
                <a:sym typeface="Archivo"/>
              </a:rPr>
              <a:t>The raw text data required substantial cleaning, such as removing HTML line breaks, before it could be used effectively in any model.</a:t>
            </a:r>
            <a:endParaRPr sz="1700">
              <a:solidFill>
                <a:schemeClr val="dk1"/>
              </a:solidFill>
              <a:latin typeface="Archivo"/>
              <a:ea typeface="Archivo"/>
              <a:cs typeface="Archivo"/>
              <a:sym typeface="Archivo"/>
            </a:endParaRPr>
          </a:p>
          <a:p>
            <a:pPr indent="-336550" lvl="0" marL="457200" rtl="0" algn="l">
              <a:spcBef>
                <a:spcPts val="0"/>
              </a:spcBef>
              <a:spcAft>
                <a:spcPts val="0"/>
              </a:spcAft>
              <a:buClr>
                <a:schemeClr val="dk1"/>
              </a:buClr>
              <a:buSzPts val="1700"/>
              <a:buFont typeface="Archivo"/>
              <a:buChar char="●"/>
            </a:pPr>
            <a:r>
              <a:rPr lang="en" sz="1700">
                <a:solidFill>
                  <a:schemeClr val="dk1"/>
                </a:solidFill>
                <a:latin typeface="Archivo"/>
                <a:ea typeface="Archivo"/>
                <a:cs typeface="Archivo"/>
                <a:sym typeface="Archivo"/>
              </a:rPr>
              <a:t>Selecting the right features for the Random Forest model was difficult; we addressed this by performing a grid search with cross-validation to identify the optimal configuration.</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ab8035fed5_0_1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3ab8035fed5_0_1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ae49db732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3ae49db732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g3acf01e2ee4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9" name="Google Shape;679;g3acf01e2ee4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aba8b0d47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3aba8b0d47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aed0336db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3aed0336db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3acf01e2ee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7" name="Google Shape;697;g3acf01e2ee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3acf01e2ee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5" name="Google Shape;705;g3acf01e2ee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acf01e2ee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3acf01e2ee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acf01e2ee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3acf01e2ee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1">
  <p:cSld name="BLANK_2">
    <p:bg>
      <p:bgPr>
        <a:solidFill>
          <a:schemeClr val="dk1"/>
        </a:solidFill>
      </p:bgPr>
    </p:bg>
    <p:spTree>
      <p:nvGrpSpPr>
        <p:cNvPr id="10" name="Shape 10"/>
        <p:cNvGrpSpPr/>
        <p:nvPr/>
      </p:nvGrpSpPr>
      <p:grpSpPr>
        <a:xfrm>
          <a:off x="0" y="0"/>
          <a:ext cx="0" cy="0"/>
          <a:chOff x="0" y="0"/>
          <a:chExt cx="0" cy="0"/>
        </a:xfrm>
      </p:grpSpPr>
      <p:pic>
        <p:nvPicPr>
          <p:cNvPr id="11" name="Google Shape;11;p2"/>
          <p:cNvPicPr preferRelativeResize="0"/>
          <p:nvPr/>
        </p:nvPicPr>
        <p:blipFill>
          <a:blip r:embed="rId2">
            <a:alphaModFix/>
          </a:blip>
          <a:stretch>
            <a:fillRect/>
          </a:stretch>
        </p:blipFill>
        <p:spPr>
          <a:xfrm>
            <a:off x="0" y="0"/>
            <a:ext cx="9144000" cy="5143500"/>
          </a:xfrm>
          <a:prstGeom prst="rect">
            <a:avLst/>
          </a:prstGeom>
          <a:noFill/>
          <a:ln>
            <a:noFill/>
          </a:ln>
        </p:spPr>
      </p:pic>
      <p:sp>
        <p:nvSpPr>
          <p:cNvPr id="12" name="Google Shape;12;p2"/>
          <p:cNvSpPr txBox="1"/>
          <p:nvPr>
            <p:ph idx="1" type="subTitle"/>
          </p:nvPr>
        </p:nvSpPr>
        <p:spPr>
          <a:xfrm>
            <a:off x="6775278" y="3560565"/>
            <a:ext cx="2001600" cy="1247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000"/>
              <a:buFont typeface="Archivo Light"/>
              <a:buNone/>
              <a:defRPr sz="1000">
                <a:latin typeface="Archivo Light"/>
                <a:ea typeface="Archivo Light"/>
                <a:cs typeface="Archivo Light"/>
                <a:sym typeface="Archivo Light"/>
              </a:defRPr>
            </a:lvl1pPr>
            <a:lvl2pPr lvl="1">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2pPr>
            <a:lvl3pPr lvl="2">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3pPr>
            <a:lvl4pPr lvl="3">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4pPr>
            <a:lvl5pPr lvl="4">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5pPr>
            <a:lvl6pPr lvl="5">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6pPr>
            <a:lvl7pPr lvl="6">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7pPr>
            <a:lvl8pPr lvl="7">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8pPr>
            <a:lvl9pPr lvl="8">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9pPr>
          </a:lstStyle>
          <a:p/>
        </p:txBody>
      </p:sp>
      <p:sp>
        <p:nvSpPr>
          <p:cNvPr id="13" name="Google Shape;13;p2"/>
          <p:cNvSpPr txBox="1"/>
          <p:nvPr>
            <p:ph type="title"/>
          </p:nvPr>
        </p:nvSpPr>
        <p:spPr>
          <a:xfrm>
            <a:off x="361975" y="3082925"/>
            <a:ext cx="6276900" cy="18399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5000"/>
              <a:buFont typeface="Archivo Light"/>
              <a:buNone/>
              <a:defRPr sz="5000">
                <a:latin typeface="Archivo Light"/>
                <a:ea typeface="Archivo Light"/>
                <a:cs typeface="Archivo Light"/>
                <a:sym typeface="Archivo Light"/>
              </a:defRPr>
            </a:lvl1pPr>
            <a:lvl2pPr lvl="1">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p:txBody>
      </p:sp>
      <p:sp>
        <p:nvSpPr>
          <p:cNvPr id="14" name="Google Shape;14;p2"/>
          <p:cNvSpPr txBox="1"/>
          <p:nvPr>
            <p:ph idx="2" type="subTitle"/>
          </p:nvPr>
        </p:nvSpPr>
        <p:spPr>
          <a:xfrm>
            <a:off x="361975" y="2463075"/>
            <a:ext cx="6276900" cy="4305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400"/>
              <a:buFont typeface="Archivo Light"/>
              <a:buNone/>
              <a:defRPr>
                <a:latin typeface="Archivo Light"/>
                <a:ea typeface="Archivo Light"/>
                <a:cs typeface="Archivo Light"/>
                <a:sym typeface="Archivo Light"/>
              </a:defRPr>
            </a:lvl1pPr>
            <a:lvl2pPr lvl="1">
              <a:spcBef>
                <a:spcPts val="0"/>
              </a:spcBef>
              <a:spcAft>
                <a:spcPts val="0"/>
              </a:spcAft>
              <a:buClr>
                <a:schemeClr val="dk1"/>
              </a:buClr>
              <a:buSzPts val="1400"/>
              <a:buFont typeface="Archivo Light"/>
              <a:buNone/>
              <a:defRPr>
                <a:solidFill>
                  <a:schemeClr val="dk1"/>
                </a:solidFill>
                <a:latin typeface="Archivo Light"/>
                <a:ea typeface="Archivo Light"/>
                <a:cs typeface="Archivo Light"/>
                <a:sym typeface="Archivo Light"/>
              </a:defRPr>
            </a:lvl2pPr>
            <a:lvl3pPr lvl="2">
              <a:spcBef>
                <a:spcPts val="0"/>
              </a:spcBef>
              <a:spcAft>
                <a:spcPts val="0"/>
              </a:spcAft>
              <a:buClr>
                <a:schemeClr val="dk1"/>
              </a:buClr>
              <a:buSzPts val="1400"/>
              <a:buFont typeface="Archivo Light"/>
              <a:buNone/>
              <a:defRPr>
                <a:solidFill>
                  <a:schemeClr val="dk1"/>
                </a:solidFill>
                <a:latin typeface="Archivo Light"/>
                <a:ea typeface="Archivo Light"/>
                <a:cs typeface="Archivo Light"/>
                <a:sym typeface="Archivo Light"/>
              </a:defRPr>
            </a:lvl3pPr>
            <a:lvl4pPr lvl="3">
              <a:spcBef>
                <a:spcPts val="0"/>
              </a:spcBef>
              <a:spcAft>
                <a:spcPts val="0"/>
              </a:spcAft>
              <a:buClr>
                <a:schemeClr val="dk1"/>
              </a:buClr>
              <a:buSzPts val="1400"/>
              <a:buFont typeface="Archivo Light"/>
              <a:buNone/>
              <a:defRPr>
                <a:solidFill>
                  <a:schemeClr val="dk1"/>
                </a:solidFill>
                <a:latin typeface="Archivo Light"/>
                <a:ea typeface="Archivo Light"/>
                <a:cs typeface="Archivo Light"/>
                <a:sym typeface="Archivo Light"/>
              </a:defRPr>
            </a:lvl4pPr>
            <a:lvl5pPr lvl="4">
              <a:spcBef>
                <a:spcPts val="0"/>
              </a:spcBef>
              <a:spcAft>
                <a:spcPts val="0"/>
              </a:spcAft>
              <a:buClr>
                <a:schemeClr val="dk1"/>
              </a:buClr>
              <a:buSzPts val="1400"/>
              <a:buFont typeface="Archivo Light"/>
              <a:buNone/>
              <a:defRPr>
                <a:solidFill>
                  <a:schemeClr val="dk1"/>
                </a:solidFill>
                <a:latin typeface="Archivo Light"/>
                <a:ea typeface="Archivo Light"/>
                <a:cs typeface="Archivo Light"/>
                <a:sym typeface="Archivo Light"/>
              </a:defRPr>
            </a:lvl5pPr>
            <a:lvl6pPr lvl="5">
              <a:spcBef>
                <a:spcPts val="0"/>
              </a:spcBef>
              <a:spcAft>
                <a:spcPts val="0"/>
              </a:spcAft>
              <a:buClr>
                <a:schemeClr val="dk1"/>
              </a:buClr>
              <a:buSzPts val="1400"/>
              <a:buFont typeface="Archivo Light"/>
              <a:buNone/>
              <a:defRPr>
                <a:solidFill>
                  <a:schemeClr val="dk1"/>
                </a:solidFill>
                <a:latin typeface="Archivo Light"/>
                <a:ea typeface="Archivo Light"/>
                <a:cs typeface="Archivo Light"/>
                <a:sym typeface="Archivo Light"/>
              </a:defRPr>
            </a:lvl6pPr>
            <a:lvl7pPr lvl="6">
              <a:spcBef>
                <a:spcPts val="0"/>
              </a:spcBef>
              <a:spcAft>
                <a:spcPts val="0"/>
              </a:spcAft>
              <a:buClr>
                <a:schemeClr val="dk1"/>
              </a:buClr>
              <a:buSzPts val="1400"/>
              <a:buFont typeface="Archivo Light"/>
              <a:buNone/>
              <a:defRPr>
                <a:solidFill>
                  <a:schemeClr val="dk1"/>
                </a:solidFill>
                <a:latin typeface="Archivo Light"/>
                <a:ea typeface="Archivo Light"/>
                <a:cs typeface="Archivo Light"/>
                <a:sym typeface="Archivo Light"/>
              </a:defRPr>
            </a:lvl7pPr>
            <a:lvl8pPr lvl="7">
              <a:spcBef>
                <a:spcPts val="0"/>
              </a:spcBef>
              <a:spcAft>
                <a:spcPts val="0"/>
              </a:spcAft>
              <a:buClr>
                <a:schemeClr val="dk1"/>
              </a:buClr>
              <a:buSzPts val="1400"/>
              <a:buFont typeface="Archivo Light"/>
              <a:buNone/>
              <a:defRPr>
                <a:solidFill>
                  <a:schemeClr val="dk1"/>
                </a:solidFill>
                <a:latin typeface="Archivo Light"/>
                <a:ea typeface="Archivo Light"/>
                <a:cs typeface="Archivo Light"/>
                <a:sym typeface="Archivo Light"/>
              </a:defRPr>
            </a:lvl8pPr>
            <a:lvl9pPr lvl="8">
              <a:spcBef>
                <a:spcPts val="0"/>
              </a:spcBef>
              <a:spcAft>
                <a:spcPts val="0"/>
              </a:spcAft>
              <a:buClr>
                <a:schemeClr val="dk1"/>
              </a:buClr>
              <a:buSzPts val="1400"/>
              <a:buFont typeface="Archivo Light"/>
              <a:buNone/>
              <a:defRPr>
                <a:solidFill>
                  <a:schemeClr val="dk1"/>
                </a:solidFill>
                <a:latin typeface="Archivo Light"/>
                <a:ea typeface="Archivo Light"/>
                <a:cs typeface="Archivo Light"/>
                <a:sym typeface="Archivo Light"/>
              </a:defRPr>
            </a:lvl9pPr>
          </a:lstStyle>
          <a:p/>
        </p:txBody>
      </p:sp>
      <p:sp>
        <p:nvSpPr>
          <p:cNvPr id="15" name="Google Shape;15;p2"/>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2">
  <p:cSld name="CUSTOM_20">
    <p:spTree>
      <p:nvGrpSpPr>
        <p:cNvPr id="16" name="Shape 16"/>
        <p:cNvGrpSpPr/>
        <p:nvPr/>
      </p:nvGrpSpPr>
      <p:grpSpPr>
        <a:xfrm>
          <a:off x="0" y="0"/>
          <a:ext cx="0" cy="0"/>
          <a:chOff x="0" y="0"/>
          <a:chExt cx="0" cy="0"/>
        </a:xfrm>
      </p:grpSpPr>
      <p:pic>
        <p:nvPicPr>
          <p:cNvPr id="17" name="Google Shape;17;p3"/>
          <p:cNvPicPr preferRelativeResize="0"/>
          <p:nvPr/>
        </p:nvPicPr>
        <p:blipFill>
          <a:blip r:embed="rId2">
            <a:alphaModFix/>
          </a:blip>
          <a:stretch>
            <a:fillRect/>
          </a:stretch>
        </p:blipFill>
        <p:spPr>
          <a:xfrm>
            <a:off x="0" y="0"/>
            <a:ext cx="9144000" cy="5143500"/>
          </a:xfrm>
          <a:prstGeom prst="rect">
            <a:avLst/>
          </a:prstGeom>
          <a:noFill/>
          <a:ln>
            <a:noFill/>
          </a:ln>
        </p:spPr>
      </p:pic>
      <p:sp>
        <p:nvSpPr>
          <p:cNvPr id="18" name="Google Shape;18;p3"/>
          <p:cNvSpPr/>
          <p:nvPr>
            <p:ph idx="2" type="pic"/>
          </p:nvPr>
        </p:nvSpPr>
        <p:spPr>
          <a:xfrm>
            <a:off x="5859475" y="465625"/>
            <a:ext cx="2917200" cy="4316700"/>
          </a:xfrm>
          <a:prstGeom prst="roundRect">
            <a:avLst>
              <a:gd fmla="val 3546" name="adj"/>
            </a:avLst>
          </a:prstGeom>
          <a:noFill/>
          <a:ln>
            <a:noFill/>
          </a:ln>
        </p:spPr>
      </p:sp>
      <p:sp>
        <p:nvSpPr>
          <p:cNvPr id="19" name="Google Shape;19;p3"/>
          <p:cNvSpPr txBox="1"/>
          <p:nvPr>
            <p:ph idx="1" type="body"/>
          </p:nvPr>
        </p:nvSpPr>
        <p:spPr>
          <a:xfrm>
            <a:off x="361975" y="2989125"/>
            <a:ext cx="5008500" cy="1763100"/>
          </a:xfrm>
          <a:prstGeom prst="rect">
            <a:avLst/>
          </a:prstGeom>
        </p:spPr>
        <p:txBody>
          <a:bodyPr anchorCtr="0" anchor="b" bIns="0" lIns="0" spcFirstLastPara="1" rIns="137150" wrap="square" tIns="137150">
            <a:noAutofit/>
          </a:bodyPr>
          <a:lstStyle>
            <a:lvl1pPr indent="-292100" lvl="0" marL="457200">
              <a:spcBef>
                <a:spcPts val="0"/>
              </a:spcBef>
              <a:spcAft>
                <a:spcPts val="0"/>
              </a:spcAft>
              <a:buClr>
                <a:schemeClr val="dk1"/>
              </a:buClr>
              <a:buSzPts val="1000"/>
              <a:buFont typeface="Archivo"/>
              <a:buChar char="●"/>
              <a:defRPr sz="1000">
                <a:latin typeface="Archivo"/>
                <a:ea typeface="Archivo"/>
                <a:cs typeface="Archivo"/>
                <a:sym typeface="Archivo"/>
              </a:defRPr>
            </a:lvl1pPr>
            <a:lvl2pPr indent="-292100" lvl="1" marL="914400">
              <a:spcBef>
                <a:spcPts val="800"/>
              </a:spcBef>
              <a:spcAft>
                <a:spcPts val="0"/>
              </a:spcAft>
              <a:buClr>
                <a:schemeClr val="dk1"/>
              </a:buClr>
              <a:buSzPts val="1000"/>
              <a:buFont typeface="Archivo"/>
              <a:buChar char="○"/>
              <a:defRPr sz="1000">
                <a:latin typeface="Archivo"/>
                <a:ea typeface="Archivo"/>
                <a:cs typeface="Archivo"/>
                <a:sym typeface="Archivo"/>
              </a:defRPr>
            </a:lvl2pPr>
            <a:lvl3pPr indent="-292100" lvl="2" marL="1371600">
              <a:spcBef>
                <a:spcPts val="800"/>
              </a:spcBef>
              <a:spcAft>
                <a:spcPts val="0"/>
              </a:spcAft>
              <a:buClr>
                <a:schemeClr val="dk1"/>
              </a:buClr>
              <a:buSzPts val="1000"/>
              <a:buFont typeface="Archivo"/>
              <a:buChar char="■"/>
              <a:defRPr sz="1000">
                <a:latin typeface="Archivo"/>
                <a:ea typeface="Archivo"/>
                <a:cs typeface="Archivo"/>
                <a:sym typeface="Archivo"/>
              </a:defRPr>
            </a:lvl3pPr>
            <a:lvl4pPr indent="-292100" lvl="3" marL="1828800">
              <a:spcBef>
                <a:spcPts val="800"/>
              </a:spcBef>
              <a:spcAft>
                <a:spcPts val="0"/>
              </a:spcAft>
              <a:buClr>
                <a:schemeClr val="dk1"/>
              </a:buClr>
              <a:buSzPts val="1000"/>
              <a:buFont typeface="Archivo"/>
              <a:buChar char="●"/>
              <a:defRPr sz="1000">
                <a:latin typeface="Archivo"/>
                <a:ea typeface="Archivo"/>
                <a:cs typeface="Archivo"/>
                <a:sym typeface="Archivo"/>
              </a:defRPr>
            </a:lvl4pPr>
            <a:lvl5pPr indent="-292100" lvl="4" marL="2286000">
              <a:spcBef>
                <a:spcPts val="800"/>
              </a:spcBef>
              <a:spcAft>
                <a:spcPts val="0"/>
              </a:spcAft>
              <a:buClr>
                <a:schemeClr val="dk1"/>
              </a:buClr>
              <a:buSzPts val="1000"/>
              <a:buFont typeface="Archivo"/>
              <a:buChar char="○"/>
              <a:defRPr sz="1000">
                <a:latin typeface="Archivo"/>
                <a:ea typeface="Archivo"/>
                <a:cs typeface="Archivo"/>
                <a:sym typeface="Archivo"/>
              </a:defRPr>
            </a:lvl5pPr>
            <a:lvl6pPr indent="-292100" lvl="5" marL="2743200">
              <a:spcBef>
                <a:spcPts val="800"/>
              </a:spcBef>
              <a:spcAft>
                <a:spcPts val="0"/>
              </a:spcAft>
              <a:buClr>
                <a:schemeClr val="dk1"/>
              </a:buClr>
              <a:buSzPts val="1000"/>
              <a:buFont typeface="Archivo"/>
              <a:buChar char="■"/>
              <a:defRPr sz="1000">
                <a:latin typeface="Archivo"/>
                <a:ea typeface="Archivo"/>
                <a:cs typeface="Archivo"/>
                <a:sym typeface="Archivo"/>
              </a:defRPr>
            </a:lvl6pPr>
            <a:lvl7pPr indent="-292100" lvl="6" marL="3200400">
              <a:spcBef>
                <a:spcPts val="800"/>
              </a:spcBef>
              <a:spcAft>
                <a:spcPts val="0"/>
              </a:spcAft>
              <a:buClr>
                <a:schemeClr val="dk1"/>
              </a:buClr>
              <a:buSzPts val="1000"/>
              <a:buFont typeface="Archivo"/>
              <a:buChar char="●"/>
              <a:defRPr sz="1000">
                <a:latin typeface="Archivo"/>
                <a:ea typeface="Archivo"/>
                <a:cs typeface="Archivo"/>
                <a:sym typeface="Archivo"/>
              </a:defRPr>
            </a:lvl7pPr>
            <a:lvl8pPr indent="-292100" lvl="7" marL="3657600">
              <a:spcBef>
                <a:spcPts val="800"/>
              </a:spcBef>
              <a:spcAft>
                <a:spcPts val="0"/>
              </a:spcAft>
              <a:buClr>
                <a:schemeClr val="dk1"/>
              </a:buClr>
              <a:buSzPts val="1000"/>
              <a:buFont typeface="Archivo"/>
              <a:buChar char="○"/>
              <a:defRPr sz="1000">
                <a:latin typeface="Archivo"/>
                <a:ea typeface="Archivo"/>
                <a:cs typeface="Archivo"/>
                <a:sym typeface="Archivo"/>
              </a:defRPr>
            </a:lvl8pPr>
            <a:lvl9pPr indent="-292100" lvl="8" marL="4114800">
              <a:spcBef>
                <a:spcPts val="800"/>
              </a:spcBef>
              <a:spcAft>
                <a:spcPts val="800"/>
              </a:spcAft>
              <a:buClr>
                <a:schemeClr val="dk1"/>
              </a:buClr>
              <a:buSzPts val="1000"/>
              <a:buFont typeface="Archivo"/>
              <a:buChar char="■"/>
              <a:defRPr sz="1000">
                <a:latin typeface="Archivo"/>
                <a:ea typeface="Archivo"/>
                <a:cs typeface="Archivo"/>
                <a:sym typeface="Archivo"/>
              </a:defRPr>
            </a:lvl9pPr>
          </a:lstStyle>
          <a:p/>
        </p:txBody>
      </p:sp>
      <p:sp>
        <p:nvSpPr>
          <p:cNvPr id="20" name="Google Shape;20;p3"/>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21" name="Google Shape;21;p3"/>
          <p:cNvSpPr txBox="1"/>
          <p:nvPr>
            <p:ph idx="4" type="subTitle"/>
          </p:nvPr>
        </p:nvSpPr>
        <p:spPr>
          <a:xfrm>
            <a:off x="361975" y="552775"/>
            <a:ext cx="4063800" cy="5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22" name="Google Shape;22;p3"/>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 Alt 3">
  <p:cSld name="CUSTOM_24">
    <p:spTree>
      <p:nvGrpSpPr>
        <p:cNvPr id="23" name="Shape 23"/>
        <p:cNvGrpSpPr/>
        <p:nvPr/>
      </p:nvGrpSpPr>
      <p:grpSpPr>
        <a:xfrm>
          <a:off x="0" y="0"/>
          <a:ext cx="0" cy="0"/>
          <a:chOff x="0" y="0"/>
          <a:chExt cx="0" cy="0"/>
        </a:xfrm>
      </p:grpSpPr>
      <p:pic>
        <p:nvPicPr>
          <p:cNvPr id="24" name="Google Shape;24;p4"/>
          <p:cNvPicPr preferRelativeResize="0"/>
          <p:nvPr/>
        </p:nvPicPr>
        <p:blipFill>
          <a:blip r:embed="rId2">
            <a:alphaModFix/>
          </a:blip>
          <a:stretch>
            <a:fillRect/>
          </a:stretch>
        </p:blipFill>
        <p:spPr>
          <a:xfrm>
            <a:off x="0" y="0"/>
            <a:ext cx="9144000" cy="5143500"/>
          </a:xfrm>
          <a:prstGeom prst="rect">
            <a:avLst/>
          </a:prstGeom>
          <a:noFill/>
          <a:ln>
            <a:noFill/>
          </a:ln>
        </p:spPr>
      </p:pic>
      <p:sp>
        <p:nvSpPr>
          <p:cNvPr id="25" name="Google Shape;25;p4"/>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4"/>
          <p:cNvSpPr txBox="1"/>
          <p:nvPr>
            <p:ph idx="1" type="subTitle"/>
          </p:nvPr>
        </p:nvSpPr>
        <p:spPr>
          <a:xfrm>
            <a:off x="4918050" y="3138700"/>
            <a:ext cx="36759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Font typeface="Archivo SemiBold"/>
              <a:buNone/>
              <a:defRPr>
                <a:latin typeface="Archivo SemiBold"/>
                <a:ea typeface="Archivo SemiBold"/>
                <a:cs typeface="Archivo SemiBold"/>
                <a:sym typeface="Archivo SemiBold"/>
              </a:defRPr>
            </a:lvl1pPr>
            <a:lvl2pPr lvl="1">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27" name="Google Shape;27;p4"/>
          <p:cNvSpPr txBox="1"/>
          <p:nvPr>
            <p:ph idx="2" type="body"/>
          </p:nvPr>
        </p:nvSpPr>
        <p:spPr>
          <a:xfrm>
            <a:off x="4918050" y="3409900"/>
            <a:ext cx="3675900" cy="1233000"/>
          </a:xfrm>
          <a:prstGeom prst="rect">
            <a:avLst/>
          </a:prstGeom>
        </p:spPr>
        <p:txBody>
          <a:bodyPr anchorCtr="0" anchor="t" bIns="0" lIns="0" spcFirstLastPara="1" rIns="0" wrap="square" tIns="137150">
            <a:noAutofit/>
          </a:bodyPr>
          <a:lstStyle>
            <a:lvl1pPr indent="-304800" lvl="0" marL="457200">
              <a:spcBef>
                <a:spcPts val="0"/>
              </a:spcBef>
              <a:spcAft>
                <a:spcPts val="0"/>
              </a:spcAft>
              <a:buClr>
                <a:schemeClr val="dk1"/>
              </a:buClr>
              <a:buSzPts val="1200"/>
              <a:buFont typeface="Archivo Light"/>
              <a:buChar char="●"/>
              <a:defRPr>
                <a:latin typeface="Archivo Light"/>
                <a:ea typeface="Archivo Light"/>
                <a:cs typeface="Archivo Light"/>
                <a:sym typeface="Archivo Light"/>
              </a:defRPr>
            </a:lvl1pPr>
            <a:lvl2pPr indent="-304800" lvl="1" marL="914400">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2pPr>
            <a:lvl3pPr indent="-304800" lvl="2" marL="1371600">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3pPr>
            <a:lvl4pPr indent="-304800" lvl="3" marL="1828800">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4pPr>
            <a:lvl5pPr indent="-304800" lvl="4" marL="2286000">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5pPr>
            <a:lvl6pPr indent="-304800" lvl="5" marL="2743200">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6pPr>
            <a:lvl7pPr indent="-304800" lvl="6" marL="3200400">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7pPr>
            <a:lvl8pPr indent="-304800" lvl="7" marL="3657600">
              <a:spcBef>
                <a:spcPts val="800"/>
              </a:spcBef>
              <a:spcAft>
                <a:spcPts val="0"/>
              </a:spcAft>
              <a:buClr>
                <a:schemeClr val="dk1"/>
              </a:buClr>
              <a:buSzPts val="1200"/>
              <a:buFont typeface="Archivo Light"/>
              <a:buChar char="○"/>
              <a:defRPr>
                <a:latin typeface="Archivo Light"/>
                <a:ea typeface="Archivo Light"/>
                <a:cs typeface="Archivo Light"/>
                <a:sym typeface="Archivo Light"/>
              </a:defRPr>
            </a:lvl8pPr>
            <a:lvl9pPr indent="-304800" lvl="8" marL="4114800">
              <a:spcBef>
                <a:spcPts val="800"/>
              </a:spcBef>
              <a:spcAft>
                <a:spcPts val="800"/>
              </a:spcAft>
              <a:buClr>
                <a:schemeClr val="dk1"/>
              </a:buClr>
              <a:buSzPts val="1200"/>
              <a:buFont typeface="Archivo Light"/>
              <a:buChar char="■"/>
              <a:defRPr>
                <a:latin typeface="Archivo Light"/>
                <a:ea typeface="Archivo Light"/>
                <a:cs typeface="Archivo Light"/>
                <a:sym typeface="Archivo Light"/>
              </a:defRPr>
            </a:lvl9pPr>
          </a:lstStyle>
          <a:p/>
        </p:txBody>
      </p:sp>
      <p:sp>
        <p:nvSpPr>
          <p:cNvPr id="28" name="Google Shape;28;p4"/>
          <p:cNvSpPr/>
          <p:nvPr>
            <p:ph idx="3" type="pic"/>
          </p:nvPr>
        </p:nvSpPr>
        <p:spPr>
          <a:xfrm>
            <a:off x="4637425" y="1066100"/>
            <a:ext cx="4140600" cy="1806600"/>
          </a:xfrm>
          <a:prstGeom prst="roundRect">
            <a:avLst>
              <a:gd fmla="val 14555" name="adj"/>
            </a:avLst>
          </a:prstGeom>
          <a:noFill/>
          <a:ln>
            <a:noFill/>
          </a:ln>
        </p:spPr>
      </p:sp>
      <p:sp>
        <p:nvSpPr>
          <p:cNvPr id="29" name="Google Shape;29;p4"/>
          <p:cNvSpPr txBox="1"/>
          <p:nvPr>
            <p:ph idx="4"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30" name="Google Shape;30;p4"/>
          <p:cNvSpPr txBox="1"/>
          <p:nvPr>
            <p:ph type="title"/>
          </p:nvPr>
        </p:nvSpPr>
        <p:spPr>
          <a:xfrm>
            <a:off x="361975" y="1066100"/>
            <a:ext cx="4136400" cy="455100"/>
          </a:xfrm>
          <a:prstGeom prst="rect">
            <a:avLst/>
          </a:prstGeom>
        </p:spPr>
        <p:txBody>
          <a:bodyPr anchorCtr="0" anchor="t" bIns="137150" lIns="0" spcFirstLastPara="1" rIns="0" wrap="square" tIns="137150">
            <a:norm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1" name="Google Shape;31;p4"/>
          <p:cNvSpPr txBox="1"/>
          <p:nvPr>
            <p:ph idx="5" type="subTitle"/>
          </p:nvPr>
        </p:nvSpPr>
        <p:spPr>
          <a:xfrm>
            <a:off x="361975" y="552775"/>
            <a:ext cx="4063800" cy="5133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subtitles">
  <p:cSld name="CUSTOM_21">
    <p:spTree>
      <p:nvGrpSpPr>
        <p:cNvPr id="32" name="Shape 32"/>
        <p:cNvGrpSpPr/>
        <p:nvPr/>
      </p:nvGrpSpPr>
      <p:grpSpPr>
        <a:xfrm>
          <a:off x="0" y="0"/>
          <a:ext cx="0" cy="0"/>
          <a:chOff x="0" y="0"/>
          <a:chExt cx="0" cy="0"/>
        </a:xfrm>
      </p:grpSpPr>
      <p:pic>
        <p:nvPicPr>
          <p:cNvPr id="33" name="Google Shape;33;p5"/>
          <p:cNvPicPr preferRelativeResize="0"/>
          <p:nvPr/>
        </p:nvPicPr>
        <p:blipFill>
          <a:blip r:embed="rId2">
            <a:alphaModFix/>
          </a:blip>
          <a:stretch>
            <a:fillRect/>
          </a:stretch>
        </p:blipFill>
        <p:spPr>
          <a:xfrm>
            <a:off x="0" y="0"/>
            <a:ext cx="9144000" cy="5143500"/>
          </a:xfrm>
          <a:prstGeom prst="rect">
            <a:avLst/>
          </a:prstGeom>
          <a:noFill/>
          <a:ln>
            <a:noFill/>
          </a:ln>
        </p:spPr>
      </p:pic>
      <p:sp>
        <p:nvSpPr>
          <p:cNvPr id="34" name="Google Shape;34;p5"/>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700"/>
              <a:buFont typeface="Archivo"/>
              <a:buNone/>
              <a:defRPr sz="700">
                <a:solidFill>
                  <a:schemeClr val="dk1"/>
                </a:solidFill>
              </a:defRPr>
            </a:lvl2pPr>
            <a:lvl3pPr lvl="2">
              <a:spcBef>
                <a:spcPts val="0"/>
              </a:spcBef>
              <a:spcAft>
                <a:spcPts val="0"/>
              </a:spcAft>
              <a:buClr>
                <a:schemeClr val="dk1"/>
              </a:buClr>
              <a:buSzPts val="700"/>
              <a:buFont typeface="Archivo"/>
              <a:buNone/>
              <a:defRPr sz="700">
                <a:solidFill>
                  <a:schemeClr val="dk1"/>
                </a:solidFill>
              </a:defRPr>
            </a:lvl3pPr>
            <a:lvl4pPr lvl="3">
              <a:spcBef>
                <a:spcPts val="0"/>
              </a:spcBef>
              <a:spcAft>
                <a:spcPts val="0"/>
              </a:spcAft>
              <a:buClr>
                <a:schemeClr val="dk1"/>
              </a:buClr>
              <a:buSzPts val="700"/>
              <a:buFont typeface="Archivo"/>
              <a:buNone/>
              <a:defRPr sz="700">
                <a:solidFill>
                  <a:schemeClr val="dk1"/>
                </a:solidFill>
              </a:defRPr>
            </a:lvl4pPr>
            <a:lvl5pPr lvl="4">
              <a:spcBef>
                <a:spcPts val="0"/>
              </a:spcBef>
              <a:spcAft>
                <a:spcPts val="0"/>
              </a:spcAft>
              <a:buClr>
                <a:schemeClr val="dk1"/>
              </a:buClr>
              <a:buSzPts val="700"/>
              <a:buFont typeface="Archivo"/>
              <a:buNone/>
              <a:defRPr sz="700">
                <a:solidFill>
                  <a:schemeClr val="dk1"/>
                </a:solidFill>
              </a:defRPr>
            </a:lvl5pPr>
            <a:lvl6pPr lvl="5">
              <a:spcBef>
                <a:spcPts val="0"/>
              </a:spcBef>
              <a:spcAft>
                <a:spcPts val="0"/>
              </a:spcAft>
              <a:buClr>
                <a:schemeClr val="dk1"/>
              </a:buClr>
              <a:buSzPts val="700"/>
              <a:buFont typeface="Archivo"/>
              <a:buNone/>
              <a:defRPr sz="700">
                <a:solidFill>
                  <a:schemeClr val="dk1"/>
                </a:solidFill>
              </a:defRPr>
            </a:lvl6pPr>
            <a:lvl7pPr lvl="6">
              <a:spcBef>
                <a:spcPts val="0"/>
              </a:spcBef>
              <a:spcAft>
                <a:spcPts val="0"/>
              </a:spcAft>
              <a:buClr>
                <a:schemeClr val="dk1"/>
              </a:buClr>
              <a:buSzPts val="700"/>
              <a:buFont typeface="Archivo"/>
              <a:buNone/>
              <a:defRPr sz="700">
                <a:solidFill>
                  <a:schemeClr val="dk1"/>
                </a:solidFill>
              </a:defRPr>
            </a:lvl7pPr>
            <a:lvl8pPr lvl="7">
              <a:spcBef>
                <a:spcPts val="0"/>
              </a:spcBef>
              <a:spcAft>
                <a:spcPts val="0"/>
              </a:spcAft>
              <a:buClr>
                <a:schemeClr val="dk1"/>
              </a:buClr>
              <a:buSzPts val="700"/>
              <a:buFont typeface="Archivo"/>
              <a:buNone/>
              <a:defRPr sz="700">
                <a:solidFill>
                  <a:schemeClr val="dk1"/>
                </a:solidFill>
              </a:defRPr>
            </a:lvl8pPr>
            <a:lvl9pPr lvl="8">
              <a:spcBef>
                <a:spcPts val="0"/>
              </a:spcBef>
              <a:spcAft>
                <a:spcPts val="0"/>
              </a:spcAft>
              <a:buClr>
                <a:schemeClr val="dk1"/>
              </a:buClr>
              <a:buSzPts val="700"/>
              <a:buFont typeface="Archivo"/>
              <a:buNone/>
              <a:defRPr sz="700">
                <a:solidFill>
                  <a:schemeClr val="dk1"/>
                </a:solidFill>
              </a:defRPr>
            </a:lvl9pPr>
          </a:lstStyle>
          <a:p/>
        </p:txBody>
      </p:sp>
      <p:sp>
        <p:nvSpPr>
          <p:cNvPr id="36" name="Google Shape;36;p5"/>
          <p:cNvSpPr txBox="1"/>
          <p:nvPr>
            <p:ph idx="2"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37" name="Google Shape;37;p5"/>
          <p:cNvSpPr txBox="1"/>
          <p:nvPr>
            <p:ph type="title"/>
          </p:nvPr>
        </p:nvSpPr>
        <p:spPr>
          <a:xfrm>
            <a:off x="361975" y="1066100"/>
            <a:ext cx="6239100" cy="455100"/>
          </a:xfrm>
          <a:prstGeom prst="rect">
            <a:avLst/>
          </a:prstGeom>
        </p:spPr>
        <p:txBody>
          <a:bodyPr anchorCtr="0" anchor="t" bIns="137150" lIns="0" spcFirstLastPara="1" rIns="0" wrap="square" tIns="0">
            <a:norm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CUSTOM_19">
    <p:spTree>
      <p:nvGrpSpPr>
        <p:cNvPr id="38" name="Shape 38"/>
        <p:cNvGrpSpPr/>
        <p:nvPr/>
      </p:nvGrpSpPr>
      <p:grpSpPr>
        <a:xfrm>
          <a:off x="0" y="0"/>
          <a:ext cx="0" cy="0"/>
          <a:chOff x="0" y="0"/>
          <a:chExt cx="0" cy="0"/>
        </a:xfrm>
      </p:grpSpPr>
      <p:pic>
        <p:nvPicPr>
          <p:cNvPr id="39" name="Google Shape;39;p6"/>
          <p:cNvPicPr preferRelativeResize="0"/>
          <p:nvPr/>
        </p:nvPicPr>
        <p:blipFill>
          <a:blip r:embed="rId2">
            <a:alphaModFix/>
          </a:blip>
          <a:stretch>
            <a:fillRect/>
          </a:stretch>
        </p:blipFill>
        <p:spPr>
          <a:xfrm>
            <a:off x="0" y="0"/>
            <a:ext cx="9144000" cy="5143500"/>
          </a:xfrm>
          <a:prstGeom prst="rect">
            <a:avLst/>
          </a:prstGeom>
          <a:noFill/>
          <a:ln>
            <a:noFill/>
          </a:ln>
        </p:spPr>
      </p:pic>
      <p:sp>
        <p:nvSpPr>
          <p:cNvPr id="40" name="Google Shape;40;p6"/>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41" name="Google Shape;41;p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None/>
              <a:defRPr sz="7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2" name="Google Shape;42;p6"/>
          <p:cNvSpPr txBox="1"/>
          <p:nvPr>
            <p:ph type="title"/>
          </p:nvPr>
        </p:nvSpPr>
        <p:spPr>
          <a:xfrm>
            <a:off x="361975" y="552775"/>
            <a:ext cx="8343600" cy="2122800"/>
          </a:xfrm>
          <a:prstGeom prst="rect">
            <a:avLst/>
          </a:prstGeom>
        </p:spPr>
        <p:txBody>
          <a:bodyPr anchorCtr="0" anchor="t" bIns="137150" lIns="0" spcFirstLastPara="1" rIns="137150" wrap="square" tIns="137150">
            <a:noAutofit/>
          </a:bodyPr>
          <a:lstStyle>
            <a:lvl1pPr lvl="0">
              <a:spcBef>
                <a:spcPts val="0"/>
              </a:spcBef>
              <a:spcAft>
                <a:spcPts val="0"/>
              </a:spcAft>
              <a:buClr>
                <a:schemeClr val="dk1"/>
              </a:buClr>
              <a:buSzPts val="5000"/>
              <a:buFont typeface="Archivo SemiBold"/>
              <a:buNone/>
              <a:defRPr sz="5000">
                <a:latin typeface="Archivo SemiBold"/>
                <a:ea typeface="Archivo SemiBold"/>
                <a:cs typeface="Archivo SemiBold"/>
                <a:sym typeface="Archivo SemiBold"/>
              </a:defRPr>
            </a:lvl1pPr>
            <a:lvl2pPr lvl="1">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9pPr>
          </a:lstStyle>
          <a:p/>
        </p:txBody>
      </p:sp>
      <p:sp>
        <p:nvSpPr>
          <p:cNvPr id="43" name="Google Shape;43;p6"/>
          <p:cNvSpPr txBox="1"/>
          <p:nvPr>
            <p:ph idx="2" type="body"/>
          </p:nvPr>
        </p:nvSpPr>
        <p:spPr>
          <a:xfrm>
            <a:off x="361975" y="3014385"/>
            <a:ext cx="5008500" cy="1763100"/>
          </a:xfrm>
          <a:prstGeom prst="rect">
            <a:avLst/>
          </a:prstGeom>
        </p:spPr>
        <p:txBody>
          <a:bodyPr anchorCtr="0" anchor="b" bIns="0" lIns="0" spcFirstLastPara="1" rIns="137150" wrap="square" tIns="137150">
            <a:noAutofit/>
          </a:bodyPr>
          <a:lstStyle>
            <a:lvl1pPr indent="-292100" lvl="0" marL="457200">
              <a:spcBef>
                <a:spcPts val="0"/>
              </a:spcBef>
              <a:spcAft>
                <a:spcPts val="0"/>
              </a:spcAft>
              <a:buClr>
                <a:schemeClr val="dk1"/>
              </a:buClr>
              <a:buSzPts val="1000"/>
              <a:buFont typeface="Archivo"/>
              <a:buChar char="●"/>
              <a:defRPr sz="1000"/>
            </a:lvl1pPr>
            <a:lvl2pPr indent="-292100" lvl="1" marL="914400">
              <a:spcBef>
                <a:spcPts val="0"/>
              </a:spcBef>
              <a:spcAft>
                <a:spcPts val="0"/>
              </a:spcAft>
              <a:buClr>
                <a:schemeClr val="dk1"/>
              </a:buClr>
              <a:buSzPts val="1000"/>
              <a:buFont typeface="Archivo"/>
              <a:buChar char="○"/>
              <a:defRPr sz="1000"/>
            </a:lvl2pPr>
            <a:lvl3pPr indent="-292100" lvl="2" marL="1371600">
              <a:spcBef>
                <a:spcPts val="0"/>
              </a:spcBef>
              <a:spcAft>
                <a:spcPts val="0"/>
              </a:spcAft>
              <a:buClr>
                <a:schemeClr val="dk1"/>
              </a:buClr>
              <a:buSzPts val="1000"/>
              <a:buFont typeface="Archivo"/>
              <a:buChar char="■"/>
              <a:defRPr sz="1000"/>
            </a:lvl3pPr>
            <a:lvl4pPr indent="-292100" lvl="3" marL="1828800">
              <a:spcBef>
                <a:spcPts val="0"/>
              </a:spcBef>
              <a:spcAft>
                <a:spcPts val="0"/>
              </a:spcAft>
              <a:buClr>
                <a:schemeClr val="dk1"/>
              </a:buClr>
              <a:buSzPts val="1000"/>
              <a:buFont typeface="Archivo"/>
              <a:buChar char="●"/>
              <a:defRPr sz="1000"/>
            </a:lvl4pPr>
            <a:lvl5pPr indent="-292100" lvl="4" marL="2286000">
              <a:spcBef>
                <a:spcPts val="0"/>
              </a:spcBef>
              <a:spcAft>
                <a:spcPts val="0"/>
              </a:spcAft>
              <a:buClr>
                <a:schemeClr val="dk1"/>
              </a:buClr>
              <a:buSzPts val="1000"/>
              <a:buFont typeface="Archivo"/>
              <a:buChar char="○"/>
              <a:defRPr sz="1000"/>
            </a:lvl5pPr>
            <a:lvl6pPr indent="-292100" lvl="5" marL="2743200">
              <a:spcBef>
                <a:spcPts val="0"/>
              </a:spcBef>
              <a:spcAft>
                <a:spcPts val="0"/>
              </a:spcAft>
              <a:buClr>
                <a:schemeClr val="dk1"/>
              </a:buClr>
              <a:buSzPts val="1000"/>
              <a:buFont typeface="Archivo"/>
              <a:buChar char="■"/>
              <a:defRPr sz="1000"/>
            </a:lvl6pPr>
            <a:lvl7pPr indent="-292100" lvl="6" marL="3200400">
              <a:spcBef>
                <a:spcPts val="0"/>
              </a:spcBef>
              <a:spcAft>
                <a:spcPts val="0"/>
              </a:spcAft>
              <a:buClr>
                <a:schemeClr val="dk1"/>
              </a:buClr>
              <a:buSzPts val="1000"/>
              <a:buFont typeface="Archivo"/>
              <a:buChar char="●"/>
              <a:defRPr sz="1000"/>
            </a:lvl7pPr>
            <a:lvl8pPr indent="-292100" lvl="7" marL="3657600">
              <a:spcBef>
                <a:spcPts val="0"/>
              </a:spcBef>
              <a:spcAft>
                <a:spcPts val="0"/>
              </a:spcAft>
              <a:buClr>
                <a:schemeClr val="dk1"/>
              </a:buClr>
              <a:buSzPts val="1000"/>
              <a:buFont typeface="Archivo"/>
              <a:buChar char="○"/>
              <a:defRPr sz="1000"/>
            </a:lvl8pPr>
            <a:lvl9pPr indent="-292100" lvl="8" marL="4114800">
              <a:spcBef>
                <a:spcPts val="0"/>
              </a:spcBef>
              <a:spcAft>
                <a:spcPts val="0"/>
              </a:spcAft>
              <a:buClr>
                <a:schemeClr val="dk1"/>
              </a:buClr>
              <a:buSzPts val="1000"/>
              <a:buFont typeface="Archivo"/>
              <a:buChar char="■"/>
              <a:defRPr sz="10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_2_3_1">
    <p:bg>
      <p:bgPr>
        <a:solidFill>
          <a:schemeClr val="dk1"/>
        </a:solidFill>
      </p:bgPr>
    </p:bg>
    <p:spTree>
      <p:nvGrpSpPr>
        <p:cNvPr id="44" name="Shape 44"/>
        <p:cNvGrpSpPr/>
        <p:nvPr/>
      </p:nvGrpSpPr>
      <p:grpSpPr>
        <a:xfrm>
          <a:off x="0" y="0"/>
          <a:ext cx="0" cy="0"/>
          <a:chOff x="0" y="0"/>
          <a:chExt cx="0" cy="0"/>
        </a:xfrm>
      </p:grpSpPr>
      <p:pic>
        <p:nvPicPr>
          <p:cNvPr id="45" name="Google Shape;45;p7"/>
          <p:cNvPicPr preferRelativeResize="0"/>
          <p:nvPr/>
        </p:nvPicPr>
        <p:blipFill>
          <a:blip r:embed="rId2">
            <a:alphaModFix/>
          </a:blip>
          <a:stretch>
            <a:fillRect/>
          </a:stretch>
        </p:blipFill>
        <p:spPr>
          <a:xfrm>
            <a:off x="0" y="0"/>
            <a:ext cx="9144000" cy="5143500"/>
          </a:xfrm>
          <a:prstGeom prst="rect">
            <a:avLst/>
          </a:prstGeom>
          <a:noFill/>
          <a:ln>
            <a:noFill/>
          </a:ln>
        </p:spPr>
      </p:pic>
      <p:sp>
        <p:nvSpPr>
          <p:cNvPr id="46" name="Google Shape;46;p7"/>
          <p:cNvSpPr txBox="1"/>
          <p:nvPr>
            <p:ph hasCustomPrompt="1" type="title"/>
          </p:nvPr>
        </p:nvSpPr>
        <p:spPr>
          <a:xfrm>
            <a:off x="6810900" y="1133425"/>
            <a:ext cx="1963500" cy="614400"/>
          </a:xfrm>
          <a:prstGeom prst="rect">
            <a:avLst/>
          </a:prstGeom>
        </p:spPr>
        <p:txBody>
          <a:bodyPr anchorCtr="0" anchor="t" bIns="137150" lIns="137150" spcFirstLastPara="1" rIns="137150" wrap="square" tIns="137150">
            <a:normAutofit/>
          </a:bodyPr>
          <a:lstStyle>
            <a:lvl1pPr lvl="0">
              <a:spcBef>
                <a:spcPts val="0"/>
              </a:spcBef>
              <a:spcAft>
                <a:spcPts val="0"/>
              </a:spcAft>
              <a:buClr>
                <a:schemeClr val="dk1"/>
              </a:buClr>
              <a:buSzPts val="2000"/>
              <a:buFont typeface="Archivo"/>
              <a:buChar char="●"/>
              <a:defRPr sz="2000"/>
            </a:lvl1pPr>
            <a:lvl2pPr lvl="1">
              <a:spcBef>
                <a:spcPts val="0"/>
              </a:spcBef>
              <a:spcAft>
                <a:spcPts val="0"/>
              </a:spcAft>
              <a:buClr>
                <a:schemeClr val="dk1"/>
              </a:buClr>
              <a:buSzPts val="2000"/>
              <a:buFont typeface="Archivo"/>
              <a:buChar char="○"/>
              <a:defRPr sz="2000">
                <a:solidFill>
                  <a:schemeClr val="dk1"/>
                </a:solidFill>
              </a:defRPr>
            </a:lvl2pPr>
            <a:lvl3pPr lvl="2">
              <a:spcBef>
                <a:spcPts val="0"/>
              </a:spcBef>
              <a:spcAft>
                <a:spcPts val="0"/>
              </a:spcAft>
              <a:buClr>
                <a:schemeClr val="dk1"/>
              </a:buClr>
              <a:buSzPts val="2000"/>
              <a:buFont typeface="Archivo"/>
              <a:buChar char="■"/>
              <a:defRPr sz="2000">
                <a:solidFill>
                  <a:schemeClr val="dk1"/>
                </a:solidFill>
              </a:defRPr>
            </a:lvl3pPr>
            <a:lvl4pPr lvl="3">
              <a:spcBef>
                <a:spcPts val="0"/>
              </a:spcBef>
              <a:spcAft>
                <a:spcPts val="0"/>
              </a:spcAft>
              <a:buClr>
                <a:schemeClr val="dk1"/>
              </a:buClr>
              <a:buSzPts val="2000"/>
              <a:buFont typeface="Archivo"/>
              <a:buChar char="●"/>
              <a:defRPr sz="2000">
                <a:solidFill>
                  <a:schemeClr val="dk1"/>
                </a:solidFill>
              </a:defRPr>
            </a:lvl4pPr>
            <a:lvl5pPr lvl="4">
              <a:spcBef>
                <a:spcPts val="0"/>
              </a:spcBef>
              <a:spcAft>
                <a:spcPts val="0"/>
              </a:spcAft>
              <a:buClr>
                <a:schemeClr val="dk1"/>
              </a:buClr>
              <a:buSzPts val="2000"/>
              <a:buFont typeface="Archivo"/>
              <a:buChar char="○"/>
              <a:defRPr sz="2000">
                <a:solidFill>
                  <a:schemeClr val="dk1"/>
                </a:solidFill>
              </a:defRPr>
            </a:lvl5pPr>
            <a:lvl6pPr lvl="5">
              <a:spcBef>
                <a:spcPts val="0"/>
              </a:spcBef>
              <a:spcAft>
                <a:spcPts val="0"/>
              </a:spcAft>
              <a:buClr>
                <a:schemeClr val="dk1"/>
              </a:buClr>
              <a:buSzPts val="2000"/>
              <a:buFont typeface="Archivo"/>
              <a:buChar char="■"/>
              <a:defRPr sz="2000">
                <a:solidFill>
                  <a:schemeClr val="dk1"/>
                </a:solidFill>
              </a:defRPr>
            </a:lvl6pPr>
            <a:lvl7pPr lvl="6">
              <a:spcBef>
                <a:spcPts val="0"/>
              </a:spcBef>
              <a:spcAft>
                <a:spcPts val="0"/>
              </a:spcAft>
              <a:buClr>
                <a:schemeClr val="dk1"/>
              </a:buClr>
              <a:buSzPts val="2000"/>
              <a:buFont typeface="Archivo"/>
              <a:buChar char="●"/>
              <a:defRPr sz="2000">
                <a:solidFill>
                  <a:schemeClr val="dk1"/>
                </a:solidFill>
              </a:defRPr>
            </a:lvl7pPr>
            <a:lvl8pPr lvl="7">
              <a:spcBef>
                <a:spcPts val="0"/>
              </a:spcBef>
              <a:spcAft>
                <a:spcPts val="0"/>
              </a:spcAft>
              <a:buClr>
                <a:schemeClr val="dk1"/>
              </a:buClr>
              <a:buSzPts val="2000"/>
              <a:buFont typeface="Archivo"/>
              <a:buChar char="○"/>
              <a:defRPr sz="2000">
                <a:solidFill>
                  <a:schemeClr val="dk1"/>
                </a:solidFill>
              </a:defRPr>
            </a:lvl8pPr>
            <a:lvl9pPr lvl="8">
              <a:spcBef>
                <a:spcPts val="0"/>
              </a:spcBef>
              <a:spcAft>
                <a:spcPts val="0"/>
              </a:spcAft>
              <a:buClr>
                <a:schemeClr val="dk1"/>
              </a:buClr>
              <a:buSzPts val="2000"/>
              <a:buFont typeface="Archivo"/>
              <a:buChar char="■"/>
              <a:defRPr sz="2000">
                <a:solidFill>
                  <a:schemeClr val="dk1"/>
                </a:solidFill>
              </a:defRPr>
            </a:lvl9pPr>
          </a:lstStyle>
          <a:p>
            <a:r>
              <a:t>xx%</a:t>
            </a:r>
          </a:p>
        </p:txBody>
      </p:sp>
      <p:sp>
        <p:nvSpPr>
          <p:cNvPr id="47" name="Google Shape;47;p7"/>
          <p:cNvSpPr txBox="1"/>
          <p:nvPr>
            <p:ph hasCustomPrompt="1" idx="2" type="title"/>
          </p:nvPr>
        </p:nvSpPr>
        <p:spPr>
          <a:xfrm>
            <a:off x="4677671" y="1133425"/>
            <a:ext cx="2051400" cy="614400"/>
          </a:xfrm>
          <a:prstGeom prst="rect">
            <a:avLst/>
          </a:prstGeom>
        </p:spPr>
        <p:txBody>
          <a:bodyPr anchorCtr="0" anchor="t" bIns="137150" lIns="137150" spcFirstLastPara="1" rIns="137150" wrap="square" tIns="137150">
            <a:normAutofit/>
          </a:bodyPr>
          <a:lstStyle>
            <a:lvl1pPr lvl="0">
              <a:spcBef>
                <a:spcPts val="0"/>
              </a:spcBef>
              <a:spcAft>
                <a:spcPts val="0"/>
              </a:spcAft>
              <a:buClr>
                <a:schemeClr val="dk1"/>
              </a:buClr>
              <a:buSzPts val="2000"/>
              <a:buFont typeface="Archivo"/>
              <a:buChar char="●"/>
              <a:defRPr sz="2000"/>
            </a:lvl1pPr>
            <a:lvl2pPr lvl="1">
              <a:spcBef>
                <a:spcPts val="0"/>
              </a:spcBef>
              <a:spcAft>
                <a:spcPts val="0"/>
              </a:spcAft>
              <a:buClr>
                <a:schemeClr val="dk1"/>
              </a:buClr>
              <a:buSzPts val="2000"/>
              <a:buFont typeface="Archivo"/>
              <a:buChar char="○"/>
              <a:defRPr sz="2000">
                <a:solidFill>
                  <a:schemeClr val="dk1"/>
                </a:solidFill>
              </a:defRPr>
            </a:lvl2pPr>
            <a:lvl3pPr lvl="2">
              <a:spcBef>
                <a:spcPts val="0"/>
              </a:spcBef>
              <a:spcAft>
                <a:spcPts val="0"/>
              </a:spcAft>
              <a:buClr>
                <a:schemeClr val="dk1"/>
              </a:buClr>
              <a:buSzPts val="2000"/>
              <a:buFont typeface="Archivo"/>
              <a:buChar char="■"/>
              <a:defRPr sz="2000">
                <a:solidFill>
                  <a:schemeClr val="dk1"/>
                </a:solidFill>
              </a:defRPr>
            </a:lvl3pPr>
            <a:lvl4pPr lvl="3">
              <a:spcBef>
                <a:spcPts val="0"/>
              </a:spcBef>
              <a:spcAft>
                <a:spcPts val="0"/>
              </a:spcAft>
              <a:buClr>
                <a:schemeClr val="dk1"/>
              </a:buClr>
              <a:buSzPts val="2000"/>
              <a:buFont typeface="Archivo"/>
              <a:buChar char="●"/>
              <a:defRPr sz="2000">
                <a:solidFill>
                  <a:schemeClr val="dk1"/>
                </a:solidFill>
              </a:defRPr>
            </a:lvl4pPr>
            <a:lvl5pPr lvl="4">
              <a:spcBef>
                <a:spcPts val="0"/>
              </a:spcBef>
              <a:spcAft>
                <a:spcPts val="0"/>
              </a:spcAft>
              <a:buClr>
                <a:schemeClr val="dk1"/>
              </a:buClr>
              <a:buSzPts val="2000"/>
              <a:buFont typeface="Archivo"/>
              <a:buChar char="○"/>
              <a:defRPr sz="2000">
                <a:solidFill>
                  <a:schemeClr val="dk1"/>
                </a:solidFill>
              </a:defRPr>
            </a:lvl5pPr>
            <a:lvl6pPr lvl="5">
              <a:spcBef>
                <a:spcPts val="0"/>
              </a:spcBef>
              <a:spcAft>
                <a:spcPts val="0"/>
              </a:spcAft>
              <a:buClr>
                <a:schemeClr val="dk1"/>
              </a:buClr>
              <a:buSzPts val="2000"/>
              <a:buFont typeface="Archivo"/>
              <a:buChar char="■"/>
              <a:defRPr sz="2000">
                <a:solidFill>
                  <a:schemeClr val="dk1"/>
                </a:solidFill>
              </a:defRPr>
            </a:lvl6pPr>
            <a:lvl7pPr lvl="6">
              <a:spcBef>
                <a:spcPts val="0"/>
              </a:spcBef>
              <a:spcAft>
                <a:spcPts val="0"/>
              </a:spcAft>
              <a:buClr>
                <a:schemeClr val="dk1"/>
              </a:buClr>
              <a:buSzPts val="2000"/>
              <a:buFont typeface="Archivo"/>
              <a:buChar char="●"/>
              <a:defRPr sz="2000">
                <a:solidFill>
                  <a:schemeClr val="dk1"/>
                </a:solidFill>
              </a:defRPr>
            </a:lvl7pPr>
            <a:lvl8pPr lvl="7">
              <a:spcBef>
                <a:spcPts val="0"/>
              </a:spcBef>
              <a:spcAft>
                <a:spcPts val="0"/>
              </a:spcAft>
              <a:buClr>
                <a:schemeClr val="dk1"/>
              </a:buClr>
              <a:buSzPts val="2000"/>
              <a:buFont typeface="Archivo"/>
              <a:buChar char="○"/>
              <a:defRPr sz="2000">
                <a:solidFill>
                  <a:schemeClr val="dk1"/>
                </a:solidFill>
              </a:defRPr>
            </a:lvl8pPr>
            <a:lvl9pPr lvl="8">
              <a:spcBef>
                <a:spcPts val="0"/>
              </a:spcBef>
              <a:spcAft>
                <a:spcPts val="0"/>
              </a:spcAft>
              <a:buClr>
                <a:schemeClr val="dk1"/>
              </a:buClr>
              <a:buSzPts val="2000"/>
              <a:buFont typeface="Archivo"/>
              <a:buChar char="■"/>
              <a:defRPr sz="2000">
                <a:solidFill>
                  <a:schemeClr val="dk1"/>
                </a:solidFill>
              </a:defRPr>
            </a:lvl9pPr>
          </a:lstStyle>
          <a:p>
            <a:r>
              <a:t>xx%</a:t>
            </a:r>
          </a:p>
        </p:txBody>
      </p:sp>
      <p:sp>
        <p:nvSpPr>
          <p:cNvPr id="48" name="Google Shape;48;p7"/>
          <p:cNvSpPr txBox="1"/>
          <p:nvPr>
            <p:ph hasCustomPrompt="1" idx="3" type="title"/>
          </p:nvPr>
        </p:nvSpPr>
        <p:spPr>
          <a:xfrm>
            <a:off x="2537950" y="1133425"/>
            <a:ext cx="1961100" cy="614400"/>
          </a:xfrm>
          <a:prstGeom prst="rect">
            <a:avLst/>
          </a:prstGeom>
        </p:spPr>
        <p:txBody>
          <a:bodyPr anchorCtr="0" anchor="t" bIns="137150" lIns="137150" spcFirstLastPara="1" rIns="137150" wrap="square" tIns="137150">
            <a:normAutofit/>
          </a:bodyPr>
          <a:lstStyle>
            <a:lvl1pPr lvl="0">
              <a:spcBef>
                <a:spcPts val="0"/>
              </a:spcBef>
              <a:spcAft>
                <a:spcPts val="0"/>
              </a:spcAft>
              <a:buClr>
                <a:schemeClr val="dk1"/>
              </a:buClr>
              <a:buSzPts val="2000"/>
              <a:buFont typeface="Archivo"/>
              <a:buChar char="●"/>
              <a:defRPr sz="2000"/>
            </a:lvl1pPr>
            <a:lvl2pPr lvl="1">
              <a:spcBef>
                <a:spcPts val="0"/>
              </a:spcBef>
              <a:spcAft>
                <a:spcPts val="0"/>
              </a:spcAft>
              <a:buClr>
                <a:schemeClr val="dk1"/>
              </a:buClr>
              <a:buSzPts val="2000"/>
              <a:buFont typeface="Archivo"/>
              <a:buChar char="○"/>
              <a:defRPr sz="2000">
                <a:solidFill>
                  <a:schemeClr val="dk1"/>
                </a:solidFill>
              </a:defRPr>
            </a:lvl2pPr>
            <a:lvl3pPr lvl="2">
              <a:spcBef>
                <a:spcPts val="0"/>
              </a:spcBef>
              <a:spcAft>
                <a:spcPts val="0"/>
              </a:spcAft>
              <a:buClr>
                <a:schemeClr val="dk1"/>
              </a:buClr>
              <a:buSzPts val="2000"/>
              <a:buFont typeface="Archivo"/>
              <a:buChar char="■"/>
              <a:defRPr sz="2000">
                <a:solidFill>
                  <a:schemeClr val="dk1"/>
                </a:solidFill>
              </a:defRPr>
            </a:lvl3pPr>
            <a:lvl4pPr lvl="3">
              <a:spcBef>
                <a:spcPts val="0"/>
              </a:spcBef>
              <a:spcAft>
                <a:spcPts val="0"/>
              </a:spcAft>
              <a:buClr>
                <a:schemeClr val="dk1"/>
              </a:buClr>
              <a:buSzPts val="2000"/>
              <a:buFont typeface="Archivo"/>
              <a:buChar char="●"/>
              <a:defRPr sz="2000">
                <a:solidFill>
                  <a:schemeClr val="dk1"/>
                </a:solidFill>
              </a:defRPr>
            </a:lvl4pPr>
            <a:lvl5pPr lvl="4">
              <a:spcBef>
                <a:spcPts val="0"/>
              </a:spcBef>
              <a:spcAft>
                <a:spcPts val="0"/>
              </a:spcAft>
              <a:buClr>
                <a:schemeClr val="dk1"/>
              </a:buClr>
              <a:buSzPts val="2000"/>
              <a:buFont typeface="Archivo"/>
              <a:buChar char="○"/>
              <a:defRPr sz="2000">
                <a:solidFill>
                  <a:schemeClr val="dk1"/>
                </a:solidFill>
              </a:defRPr>
            </a:lvl5pPr>
            <a:lvl6pPr lvl="5">
              <a:spcBef>
                <a:spcPts val="0"/>
              </a:spcBef>
              <a:spcAft>
                <a:spcPts val="0"/>
              </a:spcAft>
              <a:buClr>
                <a:schemeClr val="dk1"/>
              </a:buClr>
              <a:buSzPts val="2000"/>
              <a:buFont typeface="Archivo"/>
              <a:buChar char="■"/>
              <a:defRPr sz="2000">
                <a:solidFill>
                  <a:schemeClr val="dk1"/>
                </a:solidFill>
              </a:defRPr>
            </a:lvl6pPr>
            <a:lvl7pPr lvl="6">
              <a:spcBef>
                <a:spcPts val="0"/>
              </a:spcBef>
              <a:spcAft>
                <a:spcPts val="0"/>
              </a:spcAft>
              <a:buClr>
                <a:schemeClr val="dk1"/>
              </a:buClr>
              <a:buSzPts val="2000"/>
              <a:buFont typeface="Archivo"/>
              <a:buChar char="●"/>
              <a:defRPr sz="2000">
                <a:solidFill>
                  <a:schemeClr val="dk1"/>
                </a:solidFill>
              </a:defRPr>
            </a:lvl7pPr>
            <a:lvl8pPr lvl="7">
              <a:spcBef>
                <a:spcPts val="0"/>
              </a:spcBef>
              <a:spcAft>
                <a:spcPts val="0"/>
              </a:spcAft>
              <a:buClr>
                <a:schemeClr val="dk1"/>
              </a:buClr>
              <a:buSzPts val="2000"/>
              <a:buFont typeface="Archivo"/>
              <a:buChar char="○"/>
              <a:defRPr sz="2000">
                <a:solidFill>
                  <a:schemeClr val="dk1"/>
                </a:solidFill>
              </a:defRPr>
            </a:lvl8pPr>
            <a:lvl9pPr lvl="8">
              <a:spcBef>
                <a:spcPts val="0"/>
              </a:spcBef>
              <a:spcAft>
                <a:spcPts val="0"/>
              </a:spcAft>
              <a:buClr>
                <a:schemeClr val="dk1"/>
              </a:buClr>
              <a:buSzPts val="2000"/>
              <a:buFont typeface="Archivo"/>
              <a:buChar char="■"/>
              <a:defRPr sz="2000">
                <a:solidFill>
                  <a:schemeClr val="dk1"/>
                </a:solidFill>
              </a:defRPr>
            </a:lvl9pPr>
          </a:lstStyle>
          <a:p>
            <a:r>
              <a:t>xx%</a:t>
            </a:r>
          </a:p>
        </p:txBody>
      </p:sp>
      <p:sp>
        <p:nvSpPr>
          <p:cNvPr id="49" name="Google Shape;49;p7"/>
          <p:cNvSpPr txBox="1"/>
          <p:nvPr>
            <p:ph hasCustomPrompt="1" idx="4" type="title"/>
          </p:nvPr>
        </p:nvSpPr>
        <p:spPr>
          <a:xfrm>
            <a:off x="2537950" y="2353968"/>
            <a:ext cx="1961100" cy="614400"/>
          </a:xfrm>
          <a:prstGeom prst="rect">
            <a:avLst/>
          </a:prstGeom>
        </p:spPr>
        <p:txBody>
          <a:bodyPr anchorCtr="0" anchor="t" bIns="137150" lIns="137150" spcFirstLastPara="1" rIns="137150" wrap="square" tIns="137150">
            <a:normAutofit/>
          </a:bodyPr>
          <a:lstStyle>
            <a:lvl1pPr lvl="0">
              <a:spcBef>
                <a:spcPts val="0"/>
              </a:spcBef>
              <a:spcAft>
                <a:spcPts val="0"/>
              </a:spcAft>
              <a:buClr>
                <a:schemeClr val="dk1"/>
              </a:buClr>
              <a:buSzPts val="2000"/>
              <a:buFont typeface="Archivo"/>
              <a:buChar char="●"/>
              <a:defRPr sz="2000"/>
            </a:lvl1pPr>
            <a:lvl2pPr lvl="1">
              <a:spcBef>
                <a:spcPts val="0"/>
              </a:spcBef>
              <a:spcAft>
                <a:spcPts val="0"/>
              </a:spcAft>
              <a:buClr>
                <a:schemeClr val="dk1"/>
              </a:buClr>
              <a:buSzPts val="2000"/>
              <a:buFont typeface="Archivo"/>
              <a:buChar char="○"/>
              <a:defRPr sz="2000">
                <a:solidFill>
                  <a:schemeClr val="dk1"/>
                </a:solidFill>
              </a:defRPr>
            </a:lvl2pPr>
            <a:lvl3pPr lvl="2">
              <a:spcBef>
                <a:spcPts val="0"/>
              </a:spcBef>
              <a:spcAft>
                <a:spcPts val="0"/>
              </a:spcAft>
              <a:buClr>
                <a:schemeClr val="dk1"/>
              </a:buClr>
              <a:buSzPts val="2000"/>
              <a:buFont typeface="Archivo"/>
              <a:buChar char="■"/>
              <a:defRPr sz="2000">
                <a:solidFill>
                  <a:schemeClr val="dk1"/>
                </a:solidFill>
              </a:defRPr>
            </a:lvl3pPr>
            <a:lvl4pPr lvl="3">
              <a:spcBef>
                <a:spcPts val="0"/>
              </a:spcBef>
              <a:spcAft>
                <a:spcPts val="0"/>
              </a:spcAft>
              <a:buClr>
                <a:schemeClr val="dk1"/>
              </a:buClr>
              <a:buSzPts val="2000"/>
              <a:buFont typeface="Archivo"/>
              <a:buChar char="●"/>
              <a:defRPr sz="2000">
                <a:solidFill>
                  <a:schemeClr val="dk1"/>
                </a:solidFill>
              </a:defRPr>
            </a:lvl4pPr>
            <a:lvl5pPr lvl="4">
              <a:spcBef>
                <a:spcPts val="0"/>
              </a:spcBef>
              <a:spcAft>
                <a:spcPts val="0"/>
              </a:spcAft>
              <a:buClr>
                <a:schemeClr val="dk1"/>
              </a:buClr>
              <a:buSzPts val="2000"/>
              <a:buFont typeface="Archivo"/>
              <a:buChar char="○"/>
              <a:defRPr sz="2000">
                <a:solidFill>
                  <a:schemeClr val="dk1"/>
                </a:solidFill>
              </a:defRPr>
            </a:lvl5pPr>
            <a:lvl6pPr lvl="5">
              <a:spcBef>
                <a:spcPts val="0"/>
              </a:spcBef>
              <a:spcAft>
                <a:spcPts val="0"/>
              </a:spcAft>
              <a:buClr>
                <a:schemeClr val="dk1"/>
              </a:buClr>
              <a:buSzPts val="2000"/>
              <a:buFont typeface="Archivo"/>
              <a:buChar char="■"/>
              <a:defRPr sz="2000">
                <a:solidFill>
                  <a:schemeClr val="dk1"/>
                </a:solidFill>
              </a:defRPr>
            </a:lvl6pPr>
            <a:lvl7pPr lvl="6">
              <a:spcBef>
                <a:spcPts val="0"/>
              </a:spcBef>
              <a:spcAft>
                <a:spcPts val="0"/>
              </a:spcAft>
              <a:buClr>
                <a:schemeClr val="dk1"/>
              </a:buClr>
              <a:buSzPts val="2000"/>
              <a:buFont typeface="Archivo"/>
              <a:buChar char="●"/>
              <a:defRPr sz="2000">
                <a:solidFill>
                  <a:schemeClr val="dk1"/>
                </a:solidFill>
              </a:defRPr>
            </a:lvl7pPr>
            <a:lvl8pPr lvl="7">
              <a:spcBef>
                <a:spcPts val="0"/>
              </a:spcBef>
              <a:spcAft>
                <a:spcPts val="0"/>
              </a:spcAft>
              <a:buClr>
                <a:schemeClr val="dk1"/>
              </a:buClr>
              <a:buSzPts val="2000"/>
              <a:buFont typeface="Archivo"/>
              <a:buChar char="○"/>
              <a:defRPr sz="2000">
                <a:solidFill>
                  <a:schemeClr val="dk1"/>
                </a:solidFill>
              </a:defRPr>
            </a:lvl8pPr>
            <a:lvl9pPr lvl="8">
              <a:spcBef>
                <a:spcPts val="0"/>
              </a:spcBef>
              <a:spcAft>
                <a:spcPts val="0"/>
              </a:spcAft>
              <a:buClr>
                <a:schemeClr val="dk1"/>
              </a:buClr>
              <a:buSzPts val="2000"/>
              <a:buFont typeface="Archivo"/>
              <a:buChar char="■"/>
              <a:defRPr sz="2000">
                <a:solidFill>
                  <a:schemeClr val="dk1"/>
                </a:solidFill>
              </a:defRPr>
            </a:lvl9pPr>
          </a:lstStyle>
          <a:p>
            <a:r>
              <a:t>xx%</a:t>
            </a:r>
          </a:p>
        </p:txBody>
      </p:sp>
      <p:sp>
        <p:nvSpPr>
          <p:cNvPr id="50" name="Google Shape;50;p7"/>
          <p:cNvSpPr txBox="1"/>
          <p:nvPr>
            <p:ph hasCustomPrompt="1" idx="5" type="title"/>
          </p:nvPr>
        </p:nvSpPr>
        <p:spPr>
          <a:xfrm>
            <a:off x="396850" y="1133425"/>
            <a:ext cx="1961100" cy="614400"/>
          </a:xfrm>
          <a:prstGeom prst="rect">
            <a:avLst/>
          </a:prstGeom>
        </p:spPr>
        <p:txBody>
          <a:bodyPr anchorCtr="0" anchor="t" bIns="137150" lIns="137150" spcFirstLastPara="1" rIns="137150" wrap="square" tIns="137150">
            <a:normAutofit/>
          </a:bodyPr>
          <a:lstStyle>
            <a:lvl1pPr lvl="0">
              <a:spcBef>
                <a:spcPts val="0"/>
              </a:spcBef>
              <a:spcAft>
                <a:spcPts val="0"/>
              </a:spcAft>
              <a:buClr>
                <a:schemeClr val="dk1"/>
              </a:buClr>
              <a:buSzPts val="2000"/>
              <a:buFont typeface="Archivo"/>
              <a:buChar char="●"/>
              <a:defRPr sz="2000"/>
            </a:lvl1pPr>
            <a:lvl2pPr lvl="1">
              <a:spcBef>
                <a:spcPts val="0"/>
              </a:spcBef>
              <a:spcAft>
                <a:spcPts val="0"/>
              </a:spcAft>
              <a:buClr>
                <a:schemeClr val="dk1"/>
              </a:buClr>
              <a:buSzPts val="2000"/>
              <a:buFont typeface="Archivo"/>
              <a:buChar char="○"/>
              <a:defRPr sz="2000">
                <a:solidFill>
                  <a:schemeClr val="dk1"/>
                </a:solidFill>
              </a:defRPr>
            </a:lvl2pPr>
            <a:lvl3pPr lvl="2">
              <a:spcBef>
                <a:spcPts val="0"/>
              </a:spcBef>
              <a:spcAft>
                <a:spcPts val="0"/>
              </a:spcAft>
              <a:buClr>
                <a:schemeClr val="dk1"/>
              </a:buClr>
              <a:buSzPts val="2000"/>
              <a:buFont typeface="Archivo"/>
              <a:buChar char="■"/>
              <a:defRPr sz="2000">
                <a:solidFill>
                  <a:schemeClr val="dk1"/>
                </a:solidFill>
              </a:defRPr>
            </a:lvl3pPr>
            <a:lvl4pPr lvl="3">
              <a:spcBef>
                <a:spcPts val="0"/>
              </a:spcBef>
              <a:spcAft>
                <a:spcPts val="0"/>
              </a:spcAft>
              <a:buClr>
                <a:schemeClr val="dk1"/>
              </a:buClr>
              <a:buSzPts val="2000"/>
              <a:buFont typeface="Archivo"/>
              <a:buChar char="●"/>
              <a:defRPr sz="2000">
                <a:solidFill>
                  <a:schemeClr val="dk1"/>
                </a:solidFill>
              </a:defRPr>
            </a:lvl4pPr>
            <a:lvl5pPr lvl="4">
              <a:spcBef>
                <a:spcPts val="0"/>
              </a:spcBef>
              <a:spcAft>
                <a:spcPts val="0"/>
              </a:spcAft>
              <a:buClr>
                <a:schemeClr val="dk1"/>
              </a:buClr>
              <a:buSzPts val="2000"/>
              <a:buFont typeface="Archivo"/>
              <a:buChar char="○"/>
              <a:defRPr sz="2000">
                <a:solidFill>
                  <a:schemeClr val="dk1"/>
                </a:solidFill>
              </a:defRPr>
            </a:lvl5pPr>
            <a:lvl6pPr lvl="5">
              <a:spcBef>
                <a:spcPts val="0"/>
              </a:spcBef>
              <a:spcAft>
                <a:spcPts val="0"/>
              </a:spcAft>
              <a:buClr>
                <a:schemeClr val="dk1"/>
              </a:buClr>
              <a:buSzPts val="2000"/>
              <a:buFont typeface="Archivo"/>
              <a:buChar char="■"/>
              <a:defRPr sz="2000">
                <a:solidFill>
                  <a:schemeClr val="dk1"/>
                </a:solidFill>
              </a:defRPr>
            </a:lvl6pPr>
            <a:lvl7pPr lvl="6">
              <a:spcBef>
                <a:spcPts val="0"/>
              </a:spcBef>
              <a:spcAft>
                <a:spcPts val="0"/>
              </a:spcAft>
              <a:buClr>
                <a:schemeClr val="dk1"/>
              </a:buClr>
              <a:buSzPts val="2000"/>
              <a:buFont typeface="Archivo"/>
              <a:buChar char="●"/>
              <a:defRPr sz="2000">
                <a:solidFill>
                  <a:schemeClr val="dk1"/>
                </a:solidFill>
              </a:defRPr>
            </a:lvl7pPr>
            <a:lvl8pPr lvl="7">
              <a:spcBef>
                <a:spcPts val="0"/>
              </a:spcBef>
              <a:spcAft>
                <a:spcPts val="0"/>
              </a:spcAft>
              <a:buClr>
                <a:schemeClr val="dk1"/>
              </a:buClr>
              <a:buSzPts val="2000"/>
              <a:buFont typeface="Archivo"/>
              <a:buChar char="○"/>
              <a:defRPr sz="2000">
                <a:solidFill>
                  <a:schemeClr val="dk1"/>
                </a:solidFill>
              </a:defRPr>
            </a:lvl8pPr>
            <a:lvl9pPr lvl="8">
              <a:spcBef>
                <a:spcPts val="0"/>
              </a:spcBef>
              <a:spcAft>
                <a:spcPts val="0"/>
              </a:spcAft>
              <a:buClr>
                <a:schemeClr val="dk1"/>
              </a:buClr>
              <a:buSzPts val="2000"/>
              <a:buFont typeface="Archivo"/>
              <a:buChar char="■"/>
              <a:defRPr sz="2000">
                <a:solidFill>
                  <a:schemeClr val="dk1"/>
                </a:solidFill>
              </a:defRPr>
            </a:lvl9pPr>
          </a:lstStyle>
          <a:p>
            <a:r>
              <a:t>xx%</a:t>
            </a:r>
          </a:p>
        </p:txBody>
      </p:sp>
      <p:sp>
        <p:nvSpPr>
          <p:cNvPr id="51" name="Google Shape;51;p7"/>
          <p:cNvSpPr txBox="1"/>
          <p:nvPr>
            <p:ph hasCustomPrompt="1" idx="6" type="title"/>
          </p:nvPr>
        </p:nvSpPr>
        <p:spPr>
          <a:xfrm>
            <a:off x="396850" y="2353968"/>
            <a:ext cx="1961100" cy="614400"/>
          </a:xfrm>
          <a:prstGeom prst="rect">
            <a:avLst/>
          </a:prstGeom>
        </p:spPr>
        <p:txBody>
          <a:bodyPr anchorCtr="0" anchor="t" bIns="137150" lIns="137150" spcFirstLastPara="1" rIns="137150" wrap="square" tIns="137150">
            <a:normAutofit/>
          </a:bodyPr>
          <a:lstStyle>
            <a:lvl1pPr lvl="0">
              <a:spcBef>
                <a:spcPts val="0"/>
              </a:spcBef>
              <a:spcAft>
                <a:spcPts val="0"/>
              </a:spcAft>
              <a:buClr>
                <a:schemeClr val="dk1"/>
              </a:buClr>
              <a:buSzPts val="2000"/>
              <a:buFont typeface="Archivo"/>
              <a:buChar char="●"/>
              <a:defRPr sz="2000"/>
            </a:lvl1pPr>
            <a:lvl2pPr lvl="1">
              <a:spcBef>
                <a:spcPts val="0"/>
              </a:spcBef>
              <a:spcAft>
                <a:spcPts val="0"/>
              </a:spcAft>
              <a:buClr>
                <a:schemeClr val="dk1"/>
              </a:buClr>
              <a:buSzPts val="2000"/>
              <a:buFont typeface="Archivo"/>
              <a:buChar char="○"/>
              <a:defRPr sz="2000">
                <a:solidFill>
                  <a:schemeClr val="dk1"/>
                </a:solidFill>
              </a:defRPr>
            </a:lvl2pPr>
            <a:lvl3pPr lvl="2">
              <a:spcBef>
                <a:spcPts val="0"/>
              </a:spcBef>
              <a:spcAft>
                <a:spcPts val="0"/>
              </a:spcAft>
              <a:buClr>
                <a:schemeClr val="dk1"/>
              </a:buClr>
              <a:buSzPts val="2000"/>
              <a:buFont typeface="Archivo"/>
              <a:buChar char="■"/>
              <a:defRPr sz="2000">
                <a:solidFill>
                  <a:schemeClr val="dk1"/>
                </a:solidFill>
              </a:defRPr>
            </a:lvl3pPr>
            <a:lvl4pPr lvl="3">
              <a:spcBef>
                <a:spcPts val="0"/>
              </a:spcBef>
              <a:spcAft>
                <a:spcPts val="0"/>
              </a:spcAft>
              <a:buClr>
                <a:schemeClr val="dk1"/>
              </a:buClr>
              <a:buSzPts val="2000"/>
              <a:buFont typeface="Archivo"/>
              <a:buChar char="●"/>
              <a:defRPr sz="2000">
                <a:solidFill>
                  <a:schemeClr val="dk1"/>
                </a:solidFill>
              </a:defRPr>
            </a:lvl4pPr>
            <a:lvl5pPr lvl="4">
              <a:spcBef>
                <a:spcPts val="0"/>
              </a:spcBef>
              <a:spcAft>
                <a:spcPts val="0"/>
              </a:spcAft>
              <a:buClr>
                <a:schemeClr val="dk1"/>
              </a:buClr>
              <a:buSzPts val="2000"/>
              <a:buFont typeface="Archivo"/>
              <a:buChar char="○"/>
              <a:defRPr sz="2000">
                <a:solidFill>
                  <a:schemeClr val="dk1"/>
                </a:solidFill>
              </a:defRPr>
            </a:lvl5pPr>
            <a:lvl6pPr lvl="5">
              <a:spcBef>
                <a:spcPts val="0"/>
              </a:spcBef>
              <a:spcAft>
                <a:spcPts val="0"/>
              </a:spcAft>
              <a:buClr>
                <a:schemeClr val="dk1"/>
              </a:buClr>
              <a:buSzPts val="2000"/>
              <a:buFont typeface="Archivo"/>
              <a:buChar char="■"/>
              <a:defRPr sz="2000">
                <a:solidFill>
                  <a:schemeClr val="dk1"/>
                </a:solidFill>
              </a:defRPr>
            </a:lvl6pPr>
            <a:lvl7pPr lvl="6">
              <a:spcBef>
                <a:spcPts val="0"/>
              </a:spcBef>
              <a:spcAft>
                <a:spcPts val="0"/>
              </a:spcAft>
              <a:buClr>
                <a:schemeClr val="dk1"/>
              </a:buClr>
              <a:buSzPts val="2000"/>
              <a:buFont typeface="Archivo"/>
              <a:buChar char="●"/>
              <a:defRPr sz="2000">
                <a:solidFill>
                  <a:schemeClr val="dk1"/>
                </a:solidFill>
              </a:defRPr>
            </a:lvl7pPr>
            <a:lvl8pPr lvl="7">
              <a:spcBef>
                <a:spcPts val="0"/>
              </a:spcBef>
              <a:spcAft>
                <a:spcPts val="0"/>
              </a:spcAft>
              <a:buClr>
                <a:schemeClr val="dk1"/>
              </a:buClr>
              <a:buSzPts val="2000"/>
              <a:buFont typeface="Archivo"/>
              <a:buChar char="○"/>
              <a:defRPr sz="2000">
                <a:solidFill>
                  <a:schemeClr val="dk1"/>
                </a:solidFill>
              </a:defRPr>
            </a:lvl8pPr>
            <a:lvl9pPr lvl="8">
              <a:spcBef>
                <a:spcPts val="0"/>
              </a:spcBef>
              <a:spcAft>
                <a:spcPts val="0"/>
              </a:spcAft>
              <a:buClr>
                <a:schemeClr val="dk1"/>
              </a:buClr>
              <a:buSzPts val="2000"/>
              <a:buFont typeface="Archivo"/>
              <a:buChar char="■"/>
              <a:defRPr sz="2000">
                <a:solidFill>
                  <a:schemeClr val="dk1"/>
                </a:solidFill>
              </a:defRPr>
            </a:lvl9pPr>
          </a:lstStyle>
          <a:p>
            <a:r>
              <a:t>xx%</a:t>
            </a:r>
          </a:p>
        </p:txBody>
      </p:sp>
      <p:sp>
        <p:nvSpPr>
          <p:cNvPr id="52" name="Google Shape;52;p7"/>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7"/>
          <p:cNvSpPr txBox="1"/>
          <p:nvPr>
            <p:ph idx="1" type="subTitle"/>
          </p:nvPr>
        </p:nvSpPr>
        <p:spPr>
          <a:xfrm>
            <a:off x="356125" y="1831403"/>
            <a:ext cx="1961100" cy="349500"/>
          </a:xfrm>
          <a:prstGeom prst="rect">
            <a:avLst/>
          </a:prstGeom>
        </p:spPr>
        <p:txBody>
          <a:bodyPr anchorCtr="0" anchor="b" bIns="0" lIns="137150" spcFirstLastPara="1" rIns="137150" wrap="square" tIns="137150">
            <a:noAutofit/>
          </a:bodyPr>
          <a:lstStyle>
            <a:lvl1pPr lvl="0">
              <a:spcBef>
                <a:spcPts val="0"/>
              </a:spcBef>
              <a:spcAft>
                <a:spcPts val="0"/>
              </a:spcAft>
              <a:buClr>
                <a:schemeClr val="dk1"/>
              </a:buClr>
              <a:buSzPts val="1250"/>
              <a:buFont typeface="Archivo SemiBold"/>
              <a:buNone/>
              <a:defRPr sz="1250">
                <a:latin typeface="Archivo SemiBold"/>
                <a:ea typeface="Archivo SemiBold"/>
                <a:cs typeface="Archivo SemiBold"/>
                <a:sym typeface="Archivo SemiBold"/>
              </a:defRPr>
            </a:lvl1pPr>
            <a:lvl2pPr lvl="1">
              <a:spcBef>
                <a:spcPts val="0"/>
              </a:spcBef>
              <a:spcAft>
                <a:spcPts val="0"/>
              </a:spcAft>
              <a:buSzPts val="1250"/>
              <a:buNone/>
              <a:defRPr sz="1250"/>
            </a:lvl2pPr>
            <a:lvl3pPr lvl="2">
              <a:spcBef>
                <a:spcPts val="0"/>
              </a:spcBef>
              <a:spcAft>
                <a:spcPts val="0"/>
              </a:spcAft>
              <a:buSzPts val="1250"/>
              <a:buNone/>
              <a:defRPr sz="1250"/>
            </a:lvl3pPr>
            <a:lvl4pPr lvl="3">
              <a:spcBef>
                <a:spcPts val="0"/>
              </a:spcBef>
              <a:spcAft>
                <a:spcPts val="0"/>
              </a:spcAft>
              <a:buSzPts val="1250"/>
              <a:buNone/>
              <a:defRPr sz="1250"/>
            </a:lvl4pPr>
            <a:lvl5pPr lvl="4">
              <a:spcBef>
                <a:spcPts val="0"/>
              </a:spcBef>
              <a:spcAft>
                <a:spcPts val="0"/>
              </a:spcAft>
              <a:buSzPts val="1250"/>
              <a:buNone/>
              <a:defRPr sz="1250"/>
            </a:lvl5pPr>
            <a:lvl6pPr lvl="5">
              <a:spcBef>
                <a:spcPts val="0"/>
              </a:spcBef>
              <a:spcAft>
                <a:spcPts val="0"/>
              </a:spcAft>
              <a:buSzPts val="1250"/>
              <a:buNone/>
              <a:defRPr sz="1250"/>
            </a:lvl6pPr>
            <a:lvl7pPr lvl="6">
              <a:spcBef>
                <a:spcPts val="0"/>
              </a:spcBef>
              <a:spcAft>
                <a:spcPts val="0"/>
              </a:spcAft>
              <a:buSzPts val="1250"/>
              <a:buNone/>
              <a:defRPr sz="1250"/>
            </a:lvl7pPr>
            <a:lvl8pPr lvl="7">
              <a:spcBef>
                <a:spcPts val="0"/>
              </a:spcBef>
              <a:spcAft>
                <a:spcPts val="0"/>
              </a:spcAft>
              <a:buSzPts val="1250"/>
              <a:buNone/>
              <a:defRPr sz="1250"/>
            </a:lvl8pPr>
            <a:lvl9pPr lvl="8">
              <a:spcBef>
                <a:spcPts val="0"/>
              </a:spcBef>
              <a:spcAft>
                <a:spcPts val="0"/>
              </a:spcAft>
              <a:buSzPts val="1250"/>
              <a:buNone/>
              <a:defRPr sz="1250"/>
            </a:lvl9pPr>
          </a:lstStyle>
          <a:p/>
        </p:txBody>
      </p:sp>
      <p:sp>
        <p:nvSpPr>
          <p:cNvPr id="54" name="Google Shape;54;p7"/>
          <p:cNvSpPr txBox="1"/>
          <p:nvPr>
            <p:ph idx="7" type="subTitle"/>
          </p:nvPr>
        </p:nvSpPr>
        <p:spPr>
          <a:xfrm>
            <a:off x="2499750" y="1810303"/>
            <a:ext cx="1961100" cy="349500"/>
          </a:xfrm>
          <a:prstGeom prst="rect">
            <a:avLst/>
          </a:prstGeom>
        </p:spPr>
        <p:txBody>
          <a:bodyPr anchorCtr="0" anchor="b" bIns="0" lIns="137150" spcFirstLastPara="1" rIns="137150" wrap="square" tIns="137150">
            <a:noAutofit/>
          </a:bodyPr>
          <a:lstStyle>
            <a:lvl1pPr lvl="0">
              <a:spcBef>
                <a:spcPts val="0"/>
              </a:spcBef>
              <a:spcAft>
                <a:spcPts val="0"/>
              </a:spcAft>
              <a:buClr>
                <a:schemeClr val="dk1"/>
              </a:buClr>
              <a:buSzPts val="1250"/>
              <a:buFont typeface="Archivo SemiBold"/>
              <a:buNone/>
              <a:defRPr sz="1250">
                <a:latin typeface="Archivo SemiBold"/>
                <a:ea typeface="Archivo SemiBold"/>
                <a:cs typeface="Archivo SemiBold"/>
                <a:sym typeface="Archivo SemiBold"/>
              </a:defRPr>
            </a:lvl1pPr>
            <a:lvl2pPr lvl="1">
              <a:spcBef>
                <a:spcPts val="0"/>
              </a:spcBef>
              <a:spcAft>
                <a:spcPts val="0"/>
              </a:spcAft>
              <a:buSzPts val="1250"/>
              <a:buNone/>
              <a:defRPr sz="1250"/>
            </a:lvl2pPr>
            <a:lvl3pPr lvl="2">
              <a:spcBef>
                <a:spcPts val="0"/>
              </a:spcBef>
              <a:spcAft>
                <a:spcPts val="0"/>
              </a:spcAft>
              <a:buSzPts val="1250"/>
              <a:buNone/>
              <a:defRPr sz="1250"/>
            </a:lvl3pPr>
            <a:lvl4pPr lvl="3">
              <a:spcBef>
                <a:spcPts val="0"/>
              </a:spcBef>
              <a:spcAft>
                <a:spcPts val="0"/>
              </a:spcAft>
              <a:buSzPts val="1250"/>
              <a:buNone/>
              <a:defRPr sz="1250"/>
            </a:lvl4pPr>
            <a:lvl5pPr lvl="4">
              <a:spcBef>
                <a:spcPts val="0"/>
              </a:spcBef>
              <a:spcAft>
                <a:spcPts val="0"/>
              </a:spcAft>
              <a:buSzPts val="1250"/>
              <a:buNone/>
              <a:defRPr sz="1250"/>
            </a:lvl5pPr>
            <a:lvl6pPr lvl="5">
              <a:spcBef>
                <a:spcPts val="0"/>
              </a:spcBef>
              <a:spcAft>
                <a:spcPts val="0"/>
              </a:spcAft>
              <a:buSzPts val="1250"/>
              <a:buNone/>
              <a:defRPr sz="1250"/>
            </a:lvl6pPr>
            <a:lvl7pPr lvl="6">
              <a:spcBef>
                <a:spcPts val="0"/>
              </a:spcBef>
              <a:spcAft>
                <a:spcPts val="0"/>
              </a:spcAft>
              <a:buSzPts val="1250"/>
              <a:buNone/>
              <a:defRPr sz="1250"/>
            </a:lvl7pPr>
            <a:lvl8pPr lvl="7">
              <a:spcBef>
                <a:spcPts val="0"/>
              </a:spcBef>
              <a:spcAft>
                <a:spcPts val="0"/>
              </a:spcAft>
              <a:buSzPts val="1250"/>
              <a:buNone/>
              <a:defRPr sz="1250"/>
            </a:lvl8pPr>
            <a:lvl9pPr lvl="8">
              <a:spcBef>
                <a:spcPts val="0"/>
              </a:spcBef>
              <a:spcAft>
                <a:spcPts val="0"/>
              </a:spcAft>
              <a:buSzPts val="1250"/>
              <a:buNone/>
              <a:defRPr sz="1250"/>
            </a:lvl9pPr>
          </a:lstStyle>
          <a:p/>
        </p:txBody>
      </p:sp>
      <p:sp>
        <p:nvSpPr>
          <p:cNvPr id="55" name="Google Shape;55;p7"/>
          <p:cNvSpPr txBox="1"/>
          <p:nvPr>
            <p:ph idx="8" type="subTitle"/>
          </p:nvPr>
        </p:nvSpPr>
        <p:spPr>
          <a:xfrm>
            <a:off x="4647650" y="1810303"/>
            <a:ext cx="1961100" cy="349500"/>
          </a:xfrm>
          <a:prstGeom prst="rect">
            <a:avLst/>
          </a:prstGeom>
        </p:spPr>
        <p:txBody>
          <a:bodyPr anchorCtr="0" anchor="b" bIns="0" lIns="137150" spcFirstLastPara="1" rIns="137150" wrap="square" tIns="137150">
            <a:noAutofit/>
          </a:bodyPr>
          <a:lstStyle>
            <a:lvl1pPr lvl="0">
              <a:spcBef>
                <a:spcPts val="0"/>
              </a:spcBef>
              <a:spcAft>
                <a:spcPts val="0"/>
              </a:spcAft>
              <a:buClr>
                <a:schemeClr val="dk1"/>
              </a:buClr>
              <a:buSzPts val="1250"/>
              <a:buFont typeface="Archivo SemiBold"/>
              <a:buNone/>
              <a:defRPr sz="1250">
                <a:latin typeface="Archivo SemiBold"/>
                <a:ea typeface="Archivo SemiBold"/>
                <a:cs typeface="Archivo SemiBold"/>
                <a:sym typeface="Archivo SemiBold"/>
              </a:defRPr>
            </a:lvl1pPr>
            <a:lvl2pPr lvl="1">
              <a:spcBef>
                <a:spcPts val="0"/>
              </a:spcBef>
              <a:spcAft>
                <a:spcPts val="0"/>
              </a:spcAft>
              <a:buSzPts val="1250"/>
              <a:buNone/>
              <a:defRPr sz="1250"/>
            </a:lvl2pPr>
            <a:lvl3pPr lvl="2">
              <a:spcBef>
                <a:spcPts val="0"/>
              </a:spcBef>
              <a:spcAft>
                <a:spcPts val="0"/>
              </a:spcAft>
              <a:buSzPts val="1250"/>
              <a:buNone/>
              <a:defRPr sz="1250"/>
            </a:lvl3pPr>
            <a:lvl4pPr lvl="3">
              <a:spcBef>
                <a:spcPts val="0"/>
              </a:spcBef>
              <a:spcAft>
                <a:spcPts val="0"/>
              </a:spcAft>
              <a:buSzPts val="1250"/>
              <a:buNone/>
              <a:defRPr sz="1250"/>
            </a:lvl4pPr>
            <a:lvl5pPr lvl="4">
              <a:spcBef>
                <a:spcPts val="0"/>
              </a:spcBef>
              <a:spcAft>
                <a:spcPts val="0"/>
              </a:spcAft>
              <a:buSzPts val="1250"/>
              <a:buNone/>
              <a:defRPr sz="1250"/>
            </a:lvl5pPr>
            <a:lvl6pPr lvl="5">
              <a:spcBef>
                <a:spcPts val="0"/>
              </a:spcBef>
              <a:spcAft>
                <a:spcPts val="0"/>
              </a:spcAft>
              <a:buSzPts val="1250"/>
              <a:buNone/>
              <a:defRPr sz="1250"/>
            </a:lvl6pPr>
            <a:lvl7pPr lvl="6">
              <a:spcBef>
                <a:spcPts val="0"/>
              </a:spcBef>
              <a:spcAft>
                <a:spcPts val="0"/>
              </a:spcAft>
              <a:buSzPts val="1250"/>
              <a:buNone/>
              <a:defRPr sz="1250"/>
            </a:lvl7pPr>
            <a:lvl8pPr lvl="7">
              <a:spcBef>
                <a:spcPts val="0"/>
              </a:spcBef>
              <a:spcAft>
                <a:spcPts val="0"/>
              </a:spcAft>
              <a:buSzPts val="1250"/>
              <a:buNone/>
              <a:defRPr sz="1250"/>
            </a:lvl8pPr>
            <a:lvl9pPr lvl="8">
              <a:spcBef>
                <a:spcPts val="0"/>
              </a:spcBef>
              <a:spcAft>
                <a:spcPts val="0"/>
              </a:spcAft>
              <a:buSzPts val="1250"/>
              <a:buNone/>
              <a:defRPr sz="1250"/>
            </a:lvl9pPr>
          </a:lstStyle>
          <a:p/>
        </p:txBody>
      </p:sp>
      <p:sp>
        <p:nvSpPr>
          <p:cNvPr id="56" name="Google Shape;56;p7"/>
          <p:cNvSpPr txBox="1"/>
          <p:nvPr>
            <p:ph idx="9" type="subTitle"/>
          </p:nvPr>
        </p:nvSpPr>
        <p:spPr>
          <a:xfrm>
            <a:off x="6775275" y="1810303"/>
            <a:ext cx="1961100" cy="349500"/>
          </a:xfrm>
          <a:prstGeom prst="rect">
            <a:avLst/>
          </a:prstGeom>
        </p:spPr>
        <p:txBody>
          <a:bodyPr anchorCtr="0" anchor="b" bIns="0" lIns="137150" spcFirstLastPara="1" rIns="137150" wrap="square" tIns="137150">
            <a:noAutofit/>
          </a:bodyPr>
          <a:lstStyle>
            <a:lvl1pPr lvl="0">
              <a:spcBef>
                <a:spcPts val="0"/>
              </a:spcBef>
              <a:spcAft>
                <a:spcPts val="0"/>
              </a:spcAft>
              <a:buClr>
                <a:schemeClr val="dk1"/>
              </a:buClr>
              <a:buSzPts val="1250"/>
              <a:buFont typeface="Archivo SemiBold"/>
              <a:buNone/>
              <a:defRPr sz="1250">
                <a:latin typeface="Archivo SemiBold"/>
                <a:ea typeface="Archivo SemiBold"/>
                <a:cs typeface="Archivo SemiBold"/>
                <a:sym typeface="Archivo SemiBold"/>
              </a:defRPr>
            </a:lvl1pPr>
            <a:lvl2pPr lvl="1">
              <a:spcBef>
                <a:spcPts val="0"/>
              </a:spcBef>
              <a:spcAft>
                <a:spcPts val="0"/>
              </a:spcAft>
              <a:buSzPts val="1250"/>
              <a:buNone/>
              <a:defRPr sz="1250"/>
            </a:lvl2pPr>
            <a:lvl3pPr lvl="2">
              <a:spcBef>
                <a:spcPts val="0"/>
              </a:spcBef>
              <a:spcAft>
                <a:spcPts val="0"/>
              </a:spcAft>
              <a:buSzPts val="1250"/>
              <a:buNone/>
              <a:defRPr sz="1250"/>
            </a:lvl3pPr>
            <a:lvl4pPr lvl="3">
              <a:spcBef>
                <a:spcPts val="0"/>
              </a:spcBef>
              <a:spcAft>
                <a:spcPts val="0"/>
              </a:spcAft>
              <a:buSzPts val="1250"/>
              <a:buNone/>
              <a:defRPr sz="1250"/>
            </a:lvl4pPr>
            <a:lvl5pPr lvl="4">
              <a:spcBef>
                <a:spcPts val="0"/>
              </a:spcBef>
              <a:spcAft>
                <a:spcPts val="0"/>
              </a:spcAft>
              <a:buSzPts val="1250"/>
              <a:buNone/>
              <a:defRPr sz="1250"/>
            </a:lvl5pPr>
            <a:lvl6pPr lvl="5">
              <a:spcBef>
                <a:spcPts val="0"/>
              </a:spcBef>
              <a:spcAft>
                <a:spcPts val="0"/>
              </a:spcAft>
              <a:buSzPts val="1250"/>
              <a:buNone/>
              <a:defRPr sz="1250"/>
            </a:lvl6pPr>
            <a:lvl7pPr lvl="6">
              <a:spcBef>
                <a:spcPts val="0"/>
              </a:spcBef>
              <a:spcAft>
                <a:spcPts val="0"/>
              </a:spcAft>
              <a:buSzPts val="1250"/>
              <a:buNone/>
              <a:defRPr sz="1250"/>
            </a:lvl7pPr>
            <a:lvl8pPr lvl="7">
              <a:spcBef>
                <a:spcPts val="0"/>
              </a:spcBef>
              <a:spcAft>
                <a:spcPts val="0"/>
              </a:spcAft>
              <a:buSzPts val="1250"/>
              <a:buNone/>
              <a:defRPr sz="1250"/>
            </a:lvl8pPr>
            <a:lvl9pPr lvl="8">
              <a:spcBef>
                <a:spcPts val="0"/>
              </a:spcBef>
              <a:spcAft>
                <a:spcPts val="0"/>
              </a:spcAft>
              <a:buSzPts val="1250"/>
              <a:buNone/>
              <a:defRPr sz="1250"/>
            </a:lvl9pPr>
          </a:lstStyle>
          <a:p/>
        </p:txBody>
      </p:sp>
      <p:sp>
        <p:nvSpPr>
          <p:cNvPr id="57" name="Google Shape;57;p7"/>
          <p:cNvSpPr txBox="1"/>
          <p:nvPr>
            <p:ph idx="13" type="subTitle"/>
          </p:nvPr>
        </p:nvSpPr>
        <p:spPr>
          <a:xfrm>
            <a:off x="356125" y="3061753"/>
            <a:ext cx="1961100" cy="349500"/>
          </a:xfrm>
          <a:prstGeom prst="rect">
            <a:avLst/>
          </a:prstGeom>
        </p:spPr>
        <p:txBody>
          <a:bodyPr anchorCtr="0" anchor="b" bIns="0" lIns="137150" spcFirstLastPara="1" rIns="137150" wrap="square" tIns="137150">
            <a:noAutofit/>
          </a:bodyPr>
          <a:lstStyle>
            <a:lvl1pPr lvl="0">
              <a:spcBef>
                <a:spcPts val="0"/>
              </a:spcBef>
              <a:spcAft>
                <a:spcPts val="0"/>
              </a:spcAft>
              <a:buClr>
                <a:schemeClr val="dk1"/>
              </a:buClr>
              <a:buSzPts val="1250"/>
              <a:buFont typeface="Archivo SemiBold"/>
              <a:buNone/>
              <a:defRPr sz="1250">
                <a:latin typeface="Archivo SemiBold"/>
                <a:ea typeface="Archivo SemiBold"/>
                <a:cs typeface="Archivo SemiBold"/>
                <a:sym typeface="Archivo SemiBold"/>
              </a:defRPr>
            </a:lvl1pPr>
            <a:lvl2pPr lvl="1">
              <a:spcBef>
                <a:spcPts val="0"/>
              </a:spcBef>
              <a:spcAft>
                <a:spcPts val="0"/>
              </a:spcAft>
              <a:buSzPts val="1250"/>
              <a:buNone/>
              <a:defRPr sz="1250"/>
            </a:lvl2pPr>
            <a:lvl3pPr lvl="2">
              <a:spcBef>
                <a:spcPts val="0"/>
              </a:spcBef>
              <a:spcAft>
                <a:spcPts val="0"/>
              </a:spcAft>
              <a:buSzPts val="1250"/>
              <a:buNone/>
              <a:defRPr sz="1250"/>
            </a:lvl3pPr>
            <a:lvl4pPr lvl="3">
              <a:spcBef>
                <a:spcPts val="0"/>
              </a:spcBef>
              <a:spcAft>
                <a:spcPts val="0"/>
              </a:spcAft>
              <a:buSzPts val="1250"/>
              <a:buNone/>
              <a:defRPr sz="1250"/>
            </a:lvl4pPr>
            <a:lvl5pPr lvl="4">
              <a:spcBef>
                <a:spcPts val="0"/>
              </a:spcBef>
              <a:spcAft>
                <a:spcPts val="0"/>
              </a:spcAft>
              <a:buSzPts val="1250"/>
              <a:buNone/>
              <a:defRPr sz="1250"/>
            </a:lvl5pPr>
            <a:lvl6pPr lvl="5">
              <a:spcBef>
                <a:spcPts val="0"/>
              </a:spcBef>
              <a:spcAft>
                <a:spcPts val="0"/>
              </a:spcAft>
              <a:buSzPts val="1250"/>
              <a:buNone/>
              <a:defRPr sz="1250"/>
            </a:lvl6pPr>
            <a:lvl7pPr lvl="6">
              <a:spcBef>
                <a:spcPts val="0"/>
              </a:spcBef>
              <a:spcAft>
                <a:spcPts val="0"/>
              </a:spcAft>
              <a:buSzPts val="1250"/>
              <a:buNone/>
              <a:defRPr sz="1250"/>
            </a:lvl7pPr>
            <a:lvl8pPr lvl="7">
              <a:spcBef>
                <a:spcPts val="0"/>
              </a:spcBef>
              <a:spcAft>
                <a:spcPts val="0"/>
              </a:spcAft>
              <a:buSzPts val="1250"/>
              <a:buNone/>
              <a:defRPr sz="1250"/>
            </a:lvl8pPr>
            <a:lvl9pPr lvl="8">
              <a:spcBef>
                <a:spcPts val="0"/>
              </a:spcBef>
              <a:spcAft>
                <a:spcPts val="0"/>
              </a:spcAft>
              <a:buSzPts val="1250"/>
              <a:buNone/>
              <a:defRPr sz="1250"/>
            </a:lvl9pPr>
          </a:lstStyle>
          <a:p/>
        </p:txBody>
      </p:sp>
      <p:sp>
        <p:nvSpPr>
          <p:cNvPr id="58" name="Google Shape;58;p7"/>
          <p:cNvSpPr txBox="1"/>
          <p:nvPr>
            <p:ph idx="14" type="subTitle"/>
          </p:nvPr>
        </p:nvSpPr>
        <p:spPr>
          <a:xfrm>
            <a:off x="2539950" y="3061753"/>
            <a:ext cx="1961100" cy="349500"/>
          </a:xfrm>
          <a:prstGeom prst="rect">
            <a:avLst/>
          </a:prstGeom>
        </p:spPr>
        <p:txBody>
          <a:bodyPr anchorCtr="0" anchor="b" bIns="0" lIns="137150" spcFirstLastPara="1" rIns="137150" wrap="square" tIns="137150">
            <a:noAutofit/>
          </a:bodyPr>
          <a:lstStyle>
            <a:lvl1pPr lvl="0">
              <a:spcBef>
                <a:spcPts val="0"/>
              </a:spcBef>
              <a:spcAft>
                <a:spcPts val="0"/>
              </a:spcAft>
              <a:buClr>
                <a:schemeClr val="dk1"/>
              </a:buClr>
              <a:buSzPts val="1250"/>
              <a:buFont typeface="Archivo SemiBold"/>
              <a:buNone/>
              <a:defRPr sz="1250">
                <a:latin typeface="Archivo SemiBold"/>
                <a:ea typeface="Archivo SemiBold"/>
                <a:cs typeface="Archivo SemiBold"/>
                <a:sym typeface="Archivo SemiBold"/>
              </a:defRPr>
            </a:lvl1pPr>
            <a:lvl2pPr lvl="1">
              <a:spcBef>
                <a:spcPts val="0"/>
              </a:spcBef>
              <a:spcAft>
                <a:spcPts val="0"/>
              </a:spcAft>
              <a:buSzPts val="1250"/>
              <a:buNone/>
              <a:defRPr sz="1250"/>
            </a:lvl2pPr>
            <a:lvl3pPr lvl="2">
              <a:spcBef>
                <a:spcPts val="0"/>
              </a:spcBef>
              <a:spcAft>
                <a:spcPts val="0"/>
              </a:spcAft>
              <a:buSzPts val="1250"/>
              <a:buNone/>
              <a:defRPr sz="1250"/>
            </a:lvl3pPr>
            <a:lvl4pPr lvl="3">
              <a:spcBef>
                <a:spcPts val="0"/>
              </a:spcBef>
              <a:spcAft>
                <a:spcPts val="0"/>
              </a:spcAft>
              <a:buSzPts val="1250"/>
              <a:buNone/>
              <a:defRPr sz="1250"/>
            </a:lvl4pPr>
            <a:lvl5pPr lvl="4">
              <a:spcBef>
                <a:spcPts val="0"/>
              </a:spcBef>
              <a:spcAft>
                <a:spcPts val="0"/>
              </a:spcAft>
              <a:buSzPts val="1250"/>
              <a:buNone/>
              <a:defRPr sz="1250"/>
            </a:lvl5pPr>
            <a:lvl6pPr lvl="5">
              <a:spcBef>
                <a:spcPts val="0"/>
              </a:spcBef>
              <a:spcAft>
                <a:spcPts val="0"/>
              </a:spcAft>
              <a:buSzPts val="1250"/>
              <a:buNone/>
              <a:defRPr sz="1250"/>
            </a:lvl6pPr>
            <a:lvl7pPr lvl="6">
              <a:spcBef>
                <a:spcPts val="0"/>
              </a:spcBef>
              <a:spcAft>
                <a:spcPts val="0"/>
              </a:spcAft>
              <a:buSzPts val="1250"/>
              <a:buNone/>
              <a:defRPr sz="1250"/>
            </a:lvl7pPr>
            <a:lvl8pPr lvl="7">
              <a:spcBef>
                <a:spcPts val="0"/>
              </a:spcBef>
              <a:spcAft>
                <a:spcPts val="0"/>
              </a:spcAft>
              <a:buSzPts val="1250"/>
              <a:buNone/>
              <a:defRPr sz="1250"/>
            </a:lvl8pPr>
            <a:lvl9pPr lvl="8">
              <a:spcBef>
                <a:spcPts val="0"/>
              </a:spcBef>
              <a:spcAft>
                <a:spcPts val="0"/>
              </a:spcAft>
              <a:buSzPts val="1250"/>
              <a:buNone/>
              <a:defRPr sz="1250"/>
            </a:lvl9pPr>
          </a:lstStyle>
          <a:p/>
        </p:txBody>
      </p:sp>
      <p:sp>
        <p:nvSpPr>
          <p:cNvPr id="59" name="Google Shape;59;p7"/>
          <p:cNvSpPr txBox="1"/>
          <p:nvPr>
            <p:ph idx="15"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BLANK_1_1_1_1_1_1_1_1_1_1_1_2_1_5_1">
    <p:bg>
      <p:bgPr>
        <a:solidFill>
          <a:schemeClr val="dk1"/>
        </a:solidFill>
      </p:bgPr>
    </p:bg>
    <p:spTree>
      <p:nvGrpSpPr>
        <p:cNvPr id="60" name="Shape 60"/>
        <p:cNvGrpSpPr/>
        <p:nvPr/>
      </p:nvGrpSpPr>
      <p:grpSpPr>
        <a:xfrm>
          <a:off x="0" y="0"/>
          <a:ext cx="0" cy="0"/>
          <a:chOff x="0" y="0"/>
          <a:chExt cx="0" cy="0"/>
        </a:xfrm>
      </p:grpSpPr>
      <p:pic>
        <p:nvPicPr>
          <p:cNvPr id="61" name="Google Shape;61;p8"/>
          <p:cNvPicPr preferRelativeResize="0"/>
          <p:nvPr/>
        </p:nvPicPr>
        <p:blipFill>
          <a:blip r:embed="rId2">
            <a:alphaModFix/>
          </a:blip>
          <a:stretch>
            <a:fillRect/>
          </a:stretch>
        </p:blipFill>
        <p:spPr>
          <a:xfrm>
            <a:off x="0" y="0"/>
            <a:ext cx="9144000" cy="5143500"/>
          </a:xfrm>
          <a:prstGeom prst="rect">
            <a:avLst/>
          </a:prstGeom>
          <a:noFill/>
          <a:ln>
            <a:noFill/>
          </a:ln>
        </p:spPr>
      </p:pic>
      <p:sp>
        <p:nvSpPr>
          <p:cNvPr id="62" name="Google Shape;62;p8"/>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63" name="Google Shape;63;p8"/>
          <p:cNvSpPr txBox="1"/>
          <p:nvPr>
            <p:ph idx="1" type="subTitle"/>
          </p:nvPr>
        </p:nvSpPr>
        <p:spPr>
          <a:xfrm>
            <a:off x="5145650" y="4315326"/>
            <a:ext cx="3630900" cy="495600"/>
          </a:xfrm>
          <a:prstGeom prst="rect">
            <a:avLst/>
          </a:prstGeom>
        </p:spPr>
        <p:txBody>
          <a:bodyPr anchorCtr="0" anchor="b" bIns="0" lIns="0" spcFirstLastPara="1" rIns="0" wrap="square" tIns="0">
            <a:noAutofit/>
          </a:bodyPr>
          <a:lstStyle>
            <a:lvl1pPr lvl="0" algn="r">
              <a:spcBef>
                <a:spcPts val="0"/>
              </a:spcBef>
              <a:spcAft>
                <a:spcPts val="0"/>
              </a:spcAft>
              <a:buNone/>
              <a:defRPr sz="1000"/>
            </a:lvl1pPr>
            <a:lvl2pPr lvl="1" algn="r">
              <a:spcBef>
                <a:spcPts val="0"/>
              </a:spcBef>
              <a:spcAft>
                <a:spcPts val="0"/>
              </a:spcAft>
              <a:buClr>
                <a:schemeClr val="dk1"/>
              </a:buClr>
              <a:buSzPts val="1400"/>
              <a:buNone/>
              <a:defRPr>
                <a:solidFill>
                  <a:schemeClr val="dk1"/>
                </a:solidFill>
              </a:defRPr>
            </a:lvl2pPr>
            <a:lvl3pPr lvl="2" algn="r">
              <a:spcBef>
                <a:spcPts val="0"/>
              </a:spcBef>
              <a:spcAft>
                <a:spcPts val="0"/>
              </a:spcAft>
              <a:buClr>
                <a:schemeClr val="dk1"/>
              </a:buClr>
              <a:buSzPts val="1400"/>
              <a:buNone/>
              <a:defRPr>
                <a:solidFill>
                  <a:schemeClr val="dk1"/>
                </a:solidFill>
              </a:defRPr>
            </a:lvl3pPr>
            <a:lvl4pPr lvl="3" algn="r">
              <a:spcBef>
                <a:spcPts val="0"/>
              </a:spcBef>
              <a:spcAft>
                <a:spcPts val="0"/>
              </a:spcAft>
              <a:buClr>
                <a:schemeClr val="dk1"/>
              </a:buClr>
              <a:buSzPts val="1400"/>
              <a:buNone/>
              <a:defRPr>
                <a:solidFill>
                  <a:schemeClr val="dk1"/>
                </a:solidFill>
              </a:defRPr>
            </a:lvl4pPr>
            <a:lvl5pPr lvl="4" algn="r">
              <a:spcBef>
                <a:spcPts val="0"/>
              </a:spcBef>
              <a:spcAft>
                <a:spcPts val="0"/>
              </a:spcAft>
              <a:buClr>
                <a:schemeClr val="dk1"/>
              </a:buClr>
              <a:buSzPts val="1400"/>
              <a:buNone/>
              <a:defRPr>
                <a:solidFill>
                  <a:schemeClr val="dk1"/>
                </a:solidFill>
              </a:defRPr>
            </a:lvl5pPr>
            <a:lvl6pPr lvl="5" algn="r">
              <a:spcBef>
                <a:spcPts val="0"/>
              </a:spcBef>
              <a:spcAft>
                <a:spcPts val="0"/>
              </a:spcAft>
              <a:buClr>
                <a:schemeClr val="dk1"/>
              </a:buClr>
              <a:buSzPts val="1400"/>
              <a:buNone/>
              <a:defRPr>
                <a:solidFill>
                  <a:schemeClr val="dk1"/>
                </a:solidFill>
              </a:defRPr>
            </a:lvl6pPr>
            <a:lvl7pPr lvl="6" algn="r">
              <a:spcBef>
                <a:spcPts val="0"/>
              </a:spcBef>
              <a:spcAft>
                <a:spcPts val="0"/>
              </a:spcAft>
              <a:buClr>
                <a:schemeClr val="dk1"/>
              </a:buClr>
              <a:buSzPts val="1400"/>
              <a:buNone/>
              <a:defRPr>
                <a:solidFill>
                  <a:schemeClr val="dk1"/>
                </a:solidFill>
              </a:defRPr>
            </a:lvl7pPr>
            <a:lvl8pPr lvl="7" algn="r">
              <a:spcBef>
                <a:spcPts val="0"/>
              </a:spcBef>
              <a:spcAft>
                <a:spcPts val="0"/>
              </a:spcAft>
              <a:buClr>
                <a:schemeClr val="dk1"/>
              </a:buClr>
              <a:buSzPts val="1400"/>
              <a:buNone/>
              <a:defRPr>
                <a:solidFill>
                  <a:schemeClr val="dk1"/>
                </a:solidFill>
              </a:defRPr>
            </a:lvl8pPr>
            <a:lvl9pPr lvl="8" algn="r">
              <a:spcBef>
                <a:spcPts val="0"/>
              </a:spcBef>
              <a:spcAft>
                <a:spcPts val="0"/>
              </a:spcAft>
              <a:buClr>
                <a:schemeClr val="dk1"/>
              </a:buClr>
              <a:buSzPts val="1400"/>
              <a:buNone/>
              <a:defRPr>
                <a:solidFill>
                  <a:schemeClr val="dk1"/>
                </a:solidFill>
              </a:defRPr>
            </a:lvl9pPr>
          </a:lstStyle>
          <a:p/>
        </p:txBody>
      </p:sp>
      <p:sp>
        <p:nvSpPr>
          <p:cNvPr id="64" name="Google Shape;64;p8"/>
          <p:cNvSpPr txBox="1"/>
          <p:nvPr>
            <p:ph type="title"/>
          </p:nvPr>
        </p:nvSpPr>
        <p:spPr>
          <a:xfrm>
            <a:off x="361975" y="2793298"/>
            <a:ext cx="4401300" cy="2111400"/>
          </a:xfrm>
          <a:prstGeom prst="rect">
            <a:avLst/>
          </a:prstGeom>
        </p:spPr>
        <p:txBody>
          <a:bodyPr anchorCtr="0" anchor="b" bIns="0" lIns="0" spcFirstLastPara="1" rIns="0" wrap="square" tIns="0">
            <a:noAutofit/>
          </a:bodyPr>
          <a:lstStyle>
            <a:lvl1pPr lvl="0">
              <a:lnSpc>
                <a:spcPct val="80000"/>
              </a:lnSpc>
              <a:spcBef>
                <a:spcPts val="0"/>
              </a:spcBef>
              <a:spcAft>
                <a:spcPts val="0"/>
              </a:spcAft>
              <a:buNone/>
              <a:defRPr sz="5400">
                <a:latin typeface="Archivo Light"/>
                <a:ea typeface="Archivo Light"/>
                <a:cs typeface="Archivo Light"/>
                <a:sym typeface="Archivo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BLANK_1_1_1_1_1_1_1_1_1_1_1_2_1_4">
    <p:bg>
      <p:bgPr>
        <a:solidFill>
          <a:schemeClr val="dk1"/>
        </a:solidFill>
      </p:bgPr>
    </p:bg>
    <p:spTree>
      <p:nvGrpSpPr>
        <p:cNvPr id="65" name="Shape 65"/>
        <p:cNvGrpSpPr/>
        <p:nvPr/>
      </p:nvGrpSpPr>
      <p:grpSpPr>
        <a:xfrm>
          <a:off x="0" y="0"/>
          <a:ext cx="0" cy="0"/>
          <a:chOff x="0" y="0"/>
          <a:chExt cx="0" cy="0"/>
        </a:xfrm>
      </p:grpSpPr>
      <p:pic>
        <p:nvPicPr>
          <p:cNvPr id="66" name="Google Shape;66;p9"/>
          <p:cNvPicPr preferRelativeResize="0"/>
          <p:nvPr/>
        </p:nvPicPr>
        <p:blipFill>
          <a:blip r:embed="rId2">
            <a:alphaModFix/>
          </a:blip>
          <a:stretch>
            <a:fillRect/>
          </a:stretch>
        </p:blipFill>
        <p:spPr>
          <a:xfrm>
            <a:off x="0" y="0"/>
            <a:ext cx="9144000" cy="5143500"/>
          </a:xfrm>
          <a:prstGeom prst="rect">
            <a:avLst/>
          </a:prstGeom>
          <a:noFill/>
          <a:ln>
            <a:noFill/>
          </a:ln>
        </p:spPr>
      </p:pic>
      <p:sp>
        <p:nvSpPr>
          <p:cNvPr id="67" name="Google Shape;67;p9"/>
          <p:cNvSpPr txBox="1"/>
          <p:nvPr>
            <p:ph idx="1"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68" name="Google Shape;68;p9"/>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69" name="Google Shape;69;p9"/>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70" name="Google Shape;70;p9"/>
          <p:cNvSpPr txBox="1"/>
          <p:nvPr>
            <p:ph idx="3" type="subTitle"/>
          </p:nvPr>
        </p:nvSpPr>
        <p:spPr>
          <a:xfrm>
            <a:off x="339900" y="2464350"/>
            <a:ext cx="1025100" cy="318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71" name="Google Shape;71;p9"/>
          <p:cNvSpPr txBox="1"/>
          <p:nvPr>
            <p:ph idx="4" type="subTitle"/>
          </p:nvPr>
        </p:nvSpPr>
        <p:spPr>
          <a:xfrm>
            <a:off x="339900" y="3456150"/>
            <a:ext cx="1025100" cy="318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72" name="Google Shape;72;p9"/>
          <p:cNvSpPr txBox="1"/>
          <p:nvPr>
            <p:ph idx="5" type="subTitle"/>
          </p:nvPr>
        </p:nvSpPr>
        <p:spPr>
          <a:xfrm>
            <a:off x="339900" y="4416300"/>
            <a:ext cx="1025100" cy="318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73" name="Google Shape;73;p9"/>
          <p:cNvSpPr txBox="1"/>
          <p:nvPr>
            <p:ph idx="6" type="subTitle"/>
          </p:nvPr>
        </p:nvSpPr>
        <p:spPr>
          <a:xfrm>
            <a:off x="1365000" y="1737950"/>
            <a:ext cx="1945500" cy="318600"/>
          </a:xfrm>
          <a:prstGeom prst="rect">
            <a:avLst/>
          </a:prstGeom>
        </p:spPr>
        <p:txBody>
          <a:bodyPr anchorCtr="0" anchor="ctr" bIns="0" lIns="91425" spcFirstLastPara="1" rIns="0" wrap="square" tIns="0">
            <a:noAutofit/>
          </a:bodyPr>
          <a:lstStyle>
            <a:lvl1pPr lvl="0" algn="ctr">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ctr">
              <a:spcBef>
                <a:spcPts val="0"/>
              </a:spcBef>
              <a:spcAft>
                <a:spcPts val="0"/>
              </a:spcAft>
              <a:buClr>
                <a:schemeClr val="dk1"/>
              </a:buClr>
              <a:buSzPts val="1000"/>
              <a:buFont typeface="Archivo"/>
              <a:buNone/>
              <a:defRPr sz="1000">
                <a:solidFill>
                  <a:schemeClr val="dk1"/>
                </a:solidFill>
              </a:defRPr>
            </a:lvl2pPr>
            <a:lvl3pPr lvl="2" algn="ctr">
              <a:spcBef>
                <a:spcPts val="0"/>
              </a:spcBef>
              <a:spcAft>
                <a:spcPts val="0"/>
              </a:spcAft>
              <a:buClr>
                <a:schemeClr val="dk1"/>
              </a:buClr>
              <a:buSzPts val="1000"/>
              <a:buFont typeface="Archivo"/>
              <a:buNone/>
              <a:defRPr sz="1000">
                <a:solidFill>
                  <a:schemeClr val="dk1"/>
                </a:solidFill>
              </a:defRPr>
            </a:lvl3pPr>
            <a:lvl4pPr lvl="3" algn="ctr">
              <a:spcBef>
                <a:spcPts val="0"/>
              </a:spcBef>
              <a:spcAft>
                <a:spcPts val="0"/>
              </a:spcAft>
              <a:buClr>
                <a:schemeClr val="dk1"/>
              </a:buClr>
              <a:buSzPts val="1000"/>
              <a:buFont typeface="Archivo"/>
              <a:buNone/>
              <a:defRPr sz="1000">
                <a:solidFill>
                  <a:schemeClr val="dk1"/>
                </a:solidFill>
              </a:defRPr>
            </a:lvl4pPr>
            <a:lvl5pPr lvl="4" algn="ctr">
              <a:spcBef>
                <a:spcPts val="0"/>
              </a:spcBef>
              <a:spcAft>
                <a:spcPts val="0"/>
              </a:spcAft>
              <a:buClr>
                <a:schemeClr val="dk1"/>
              </a:buClr>
              <a:buSzPts val="1000"/>
              <a:buFont typeface="Archivo"/>
              <a:buNone/>
              <a:defRPr sz="1000">
                <a:solidFill>
                  <a:schemeClr val="dk1"/>
                </a:solidFill>
              </a:defRPr>
            </a:lvl5pPr>
            <a:lvl6pPr lvl="5" algn="ctr">
              <a:spcBef>
                <a:spcPts val="0"/>
              </a:spcBef>
              <a:spcAft>
                <a:spcPts val="0"/>
              </a:spcAft>
              <a:buClr>
                <a:schemeClr val="dk1"/>
              </a:buClr>
              <a:buSzPts val="1000"/>
              <a:buFont typeface="Archivo"/>
              <a:buNone/>
              <a:defRPr sz="1000">
                <a:solidFill>
                  <a:schemeClr val="dk1"/>
                </a:solidFill>
              </a:defRPr>
            </a:lvl6pPr>
            <a:lvl7pPr lvl="6" algn="ctr">
              <a:spcBef>
                <a:spcPts val="0"/>
              </a:spcBef>
              <a:spcAft>
                <a:spcPts val="0"/>
              </a:spcAft>
              <a:buClr>
                <a:schemeClr val="dk1"/>
              </a:buClr>
              <a:buSzPts val="1000"/>
              <a:buFont typeface="Archivo"/>
              <a:buNone/>
              <a:defRPr sz="1000">
                <a:solidFill>
                  <a:schemeClr val="dk1"/>
                </a:solidFill>
              </a:defRPr>
            </a:lvl7pPr>
            <a:lvl8pPr lvl="7" algn="ctr">
              <a:spcBef>
                <a:spcPts val="0"/>
              </a:spcBef>
              <a:spcAft>
                <a:spcPts val="0"/>
              </a:spcAft>
              <a:buClr>
                <a:schemeClr val="dk1"/>
              </a:buClr>
              <a:buSzPts val="1000"/>
              <a:buFont typeface="Archivo"/>
              <a:buNone/>
              <a:defRPr sz="1000">
                <a:solidFill>
                  <a:schemeClr val="dk1"/>
                </a:solidFill>
              </a:defRPr>
            </a:lvl8pPr>
            <a:lvl9pPr lvl="8" algn="ctr">
              <a:spcBef>
                <a:spcPts val="0"/>
              </a:spcBef>
              <a:spcAft>
                <a:spcPts val="0"/>
              </a:spcAft>
              <a:buClr>
                <a:schemeClr val="dk1"/>
              </a:buClr>
              <a:buSzPts val="1000"/>
              <a:buFont typeface="Archivo"/>
              <a:buNone/>
              <a:defRPr sz="1000">
                <a:solidFill>
                  <a:schemeClr val="dk1"/>
                </a:solidFill>
              </a:defRPr>
            </a:lvl9pPr>
          </a:lstStyle>
          <a:p/>
        </p:txBody>
      </p:sp>
      <p:sp>
        <p:nvSpPr>
          <p:cNvPr id="74" name="Google Shape;74;p9"/>
          <p:cNvSpPr txBox="1"/>
          <p:nvPr>
            <p:ph idx="7" type="subTitle"/>
          </p:nvPr>
        </p:nvSpPr>
        <p:spPr>
          <a:xfrm>
            <a:off x="3308938" y="1737950"/>
            <a:ext cx="1945500" cy="318600"/>
          </a:xfrm>
          <a:prstGeom prst="rect">
            <a:avLst/>
          </a:prstGeom>
        </p:spPr>
        <p:txBody>
          <a:bodyPr anchorCtr="0" anchor="ctr" bIns="0" lIns="91425" spcFirstLastPara="1" rIns="0" wrap="square" tIns="0">
            <a:noAutofit/>
          </a:bodyPr>
          <a:lstStyle>
            <a:lvl1pPr lvl="0" algn="ctr">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ctr">
              <a:spcBef>
                <a:spcPts val="0"/>
              </a:spcBef>
              <a:spcAft>
                <a:spcPts val="0"/>
              </a:spcAft>
              <a:buClr>
                <a:schemeClr val="dk1"/>
              </a:buClr>
              <a:buSzPts val="1000"/>
              <a:buFont typeface="Archivo"/>
              <a:buNone/>
              <a:defRPr sz="1000">
                <a:solidFill>
                  <a:schemeClr val="dk1"/>
                </a:solidFill>
              </a:defRPr>
            </a:lvl2pPr>
            <a:lvl3pPr lvl="2" algn="ctr">
              <a:spcBef>
                <a:spcPts val="0"/>
              </a:spcBef>
              <a:spcAft>
                <a:spcPts val="0"/>
              </a:spcAft>
              <a:buClr>
                <a:schemeClr val="dk1"/>
              </a:buClr>
              <a:buSzPts val="1000"/>
              <a:buFont typeface="Archivo"/>
              <a:buNone/>
              <a:defRPr sz="1000">
                <a:solidFill>
                  <a:schemeClr val="dk1"/>
                </a:solidFill>
              </a:defRPr>
            </a:lvl3pPr>
            <a:lvl4pPr lvl="3" algn="ctr">
              <a:spcBef>
                <a:spcPts val="0"/>
              </a:spcBef>
              <a:spcAft>
                <a:spcPts val="0"/>
              </a:spcAft>
              <a:buClr>
                <a:schemeClr val="dk1"/>
              </a:buClr>
              <a:buSzPts val="1000"/>
              <a:buFont typeface="Archivo"/>
              <a:buNone/>
              <a:defRPr sz="1000">
                <a:solidFill>
                  <a:schemeClr val="dk1"/>
                </a:solidFill>
              </a:defRPr>
            </a:lvl4pPr>
            <a:lvl5pPr lvl="4" algn="ctr">
              <a:spcBef>
                <a:spcPts val="0"/>
              </a:spcBef>
              <a:spcAft>
                <a:spcPts val="0"/>
              </a:spcAft>
              <a:buClr>
                <a:schemeClr val="dk1"/>
              </a:buClr>
              <a:buSzPts val="1000"/>
              <a:buFont typeface="Archivo"/>
              <a:buNone/>
              <a:defRPr sz="1000">
                <a:solidFill>
                  <a:schemeClr val="dk1"/>
                </a:solidFill>
              </a:defRPr>
            </a:lvl5pPr>
            <a:lvl6pPr lvl="5" algn="ctr">
              <a:spcBef>
                <a:spcPts val="0"/>
              </a:spcBef>
              <a:spcAft>
                <a:spcPts val="0"/>
              </a:spcAft>
              <a:buClr>
                <a:schemeClr val="dk1"/>
              </a:buClr>
              <a:buSzPts val="1000"/>
              <a:buFont typeface="Archivo"/>
              <a:buNone/>
              <a:defRPr sz="1000">
                <a:solidFill>
                  <a:schemeClr val="dk1"/>
                </a:solidFill>
              </a:defRPr>
            </a:lvl6pPr>
            <a:lvl7pPr lvl="6" algn="ctr">
              <a:spcBef>
                <a:spcPts val="0"/>
              </a:spcBef>
              <a:spcAft>
                <a:spcPts val="0"/>
              </a:spcAft>
              <a:buClr>
                <a:schemeClr val="dk1"/>
              </a:buClr>
              <a:buSzPts val="1000"/>
              <a:buFont typeface="Archivo"/>
              <a:buNone/>
              <a:defRPr sz="1000">
                <a:solidFill>
                  <a:schemeClr val="dk1"/>
                </a:solidFill>
              </a:defRPr>
            </a:lvl7pPr>
            <a:lvl8pPr lvl="7" algn="ctr">
              <a:spcBef>
                <a:spcPts val="0"/>
              </a:spcBef>
              <a:spcAft>
                <a:spcPts val="0"/>
              </a:spcAft>
              <a:buClr>
                <a:schemeClr val="dk1"/>
              </a:buClr>
              <a:buSzPts val="1000"/>
              <a:buFont typeface="Archivo"/>
              <a:buNone/>
              <a:defRPr sz="1000">
                <a:solidFill>
                  <a:schemeClr val="dk1"/>
                </a:solidFill>
              </a:defRPr>
            </a:lvl8pPr>
            <a:lvl9pPr lvl="8" algn="ctr">
              <a:spcBef>
                <a:spcPts val="0"/>
              </a:spcBef>
              <a:spcAft>
                <a:spcPts val="0"/>
              </a:spcAft>
              <a:buClr>
                <a:schemeClr val="dk1"/>
              </a:buClr>
              <a:buSzPts val="1000"/>
              <a:buFont typeface="Archivo"/>
              <a:buNone/>
              <a:defRPr sz="1000">
                <a:solidFill>
                  <a:schemeClr val="dk1"/>
                </a:solidFill>
              </a:defRPr>
            </a:lvl9pPr>
          </a:lstStyle>
          <a:p/>
        </p:txBody>
      </p:sp>
      <p:sp>
        <p:nvSpPr>
          <p:cNvPr id="75" name="Google Shape;75;p9"/>
          <p:cNvSpPr txBox="1"/>
          <p:nvPr>
            <p:ph idx="8" type="subTitle"/>
          </p:nvPr>
        </p:nvSpPr>
        <p:spPr>
          <a:xfrm>
            <a:off x="5252888" y="1737950"/>
            <a:ext cx="1945500" cy="318600"/>
          </a:xfrm>
          <a:prstGeom prst="rect">
            <a:avLst/>
          </a:prstGeom>
        </p:spPr>
        <p:txBody>
          <a:bodyPr anchorCtr="0" anchor="ctr" bIns="0" lIns="91425" spcFirstLastPara="1" rIns="0" wrap="square" tIns="0">
            <a:noAutofit/>
          </a:bodyPr>
          <a:lstStyle>
            <a:lvl1pPr lvl="0" algn="ctr">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ctr">
              <a:spcBef>
                <a:spcPts val="0"/>
              </a:spcBef>
              <a:spcAft>
                <a:spcPts val="0"/>
              </a:spcAft>
              <a:buClr>
                <a:schemeClr val="dk1"/>
              </a:buClr>
              <a:buSzPts val="1000"/>
              <a:buFont typeface="Archivo"/>
              <a:buNone/>
              <a:defRPr sz="1000">
                <a:solidFill>
                  <a:schemeClr val="dk1"/>
                </a:solidFill>
              </a:defRPr>
            </a:lvl2pPr>
            <a:lvl3pPr lvl="2" algn="ctr">
              <a:spcBef>
                <a:spcPts val="0"/>
              </a:spcBef>
              <a:spcAft>
                <a:spcPts val="0"/>
              </a:spcAft>
              <a:buClr>
                <a:schemeClr val="dk1"/>
              </a:buClr>
              <a:buSzPts val="1000"/>
              <a:buFont typeface="Archivo"/>
              <a:buNone/>
              <a:defRPr sz="1000">
                <a:solidFill>
                  <a:schemeClr val="dk1"/>
                </a:solidFill>
              </a:defRPr>
            </a:lvl3pPr>
            <a:lvl4pPr lvl="3" algn="ctr">
              <a:spcBef>
                <a:spcPts val="0"/>
              </a:spcBef>
              <a:spcAft>
                <a:spcPts val="0"/>
              </a:spcAft>
              <a:buClr>
                <a:schemeClr val="dk1"/>
              </a:buClr>
              <a:buSzPts val="1000"/>
              <a:buFont typeface="Archivo"/>
              <a:buNone/>
              <a:defRPr sz="1000">
                <a:solidFill>
                  <a:schemeClr val="dk1"/>
                </a:solidFill>
              </a:defRPr>
            </a:lvl4pPr>
            <a:lvl5pPr lvl="4" algn="ctr">
              <a:spcBef>
                <a:spcPts val="0"/>
              </a:spcBef>
              <a:spcAft>
                <a:spcPts val="0"/>
              </a:spcAft>
              <a:buClr>
                <a:schemeClr val="dk1"/>
              </a:buClr>
              <a:buSzPts val="1000"/>
              <a:buFont typeface="Archivo"/>
              <a:buNone/>
              <a:defRPr sz="1000">
                <a:solidFill>
                  <a:schemeClr val="dk1"/>
                </a:solidFill>
              </a:defRPr>
            </a:lvl5pPr>
            <a:lvl6pPr lvl="5" algn="ctr">
              <a:spcBef>
                <a:spcPts val="0"/>
              </a:spcBef>
              <a:spcAft>
                <a:spcPts val="0"/>
              </a:spcAft>
              <a:buClr>
                <a:schemeClr val="dk1"/>
              </a:buClr>
              <a:buSzPts val="1000"/>
              <a:buFont typeface="Archivo"/>
              <a:buNone/>
              <a:defRPr sz="1000">
                <a:solidFill>
                  <a:schemeClr val="dk1"/>
                </a:solidFill>
              </a:defRPr>
            </a:lvl6pPr>
            <a:lvl7pPr lvl="6" algn="ctr">
              <a:spcBef>
                <a:spcPts val="0"/>
              </a:spcBef>
              <a:spcAft>
                <a:spcPts val="0"/>
              </a:spcAft>
              <a:buClr>
                <a:schemeClr val="dk1"/>
              </a:buClr>
              <a:buSzPts val="1000"/>
              <a:buFont typeface="Archivo"/>
              <a:buNone/>
              <a:defRPr sz="1000">
                <a:solidFill>
                  <a:schemeClr val="dk1"/>
                </a:solidFill>
              </a:defRPr>
            </a:lvl7pPr>
            <a:lvl8pPr lvl="7" algn="ctr">
              <a:spcBef>
                <a:spcPts val="0"/>
              </a:spcBef>
              <a:spcAft>
                <a:spcPts val="0"/>
              </a:spcAft>
              <a:buClr>
                <a:schemeClr val="dk1"/>
              </a:buClr>
              <a:buSzPts val="1000"/>
              <a:buFont typeface="Archivo"/>
              <a:buNone/>
              <a:defRPr sz="1000">
                <a:solidFill>
                  <a:schemeClr val="dk1"/>
                </a:solidFill>
              </a:defRPr>
            </a:lvl8pPr>
            <a:lvl9pPr lvl="8" algn="ctr">
              <a:spcBef>
                <a:spcPts val="0"/>
              </a:spcBef>
              <a:spcAft>
                <a:spcPts val="0"/>
              </a:spcAft>
              <a:buClr>
                <a:schemeClr val="dk1"/>
              </a:buClr>
              <a:buSzPts val="1000"/>
              <a:buFont typeface="Archivo"/>
              <a:buNone/>
              <a:defRPr sz="1000">
                <a:solidFill>
                  <a:schemeClr val="dk1"/>
                </a:solidFill>
              </a:defRPr>
            </a:lvl9pPr>
          </a:lstStyle>
          <a:p/>
        </p:txBody>
      </p:sp>
      <p:sp>
        <p:nvSpPr>
          <p:cNvPr id="76" name="Google Shape;76;p9"/>
          <p:cNvSpPr txBox="1"/>
          <p:nvPr>
            <p:ph idx="9" type="subTitle"/>
          </p:nvPr>
        </p:nvSpPr>
        <p:spPr>
          <a:xfrm>
            <a:off x="7198463" y="1737950"/>
            <a:ext cx="1945500" cy="318600"/>
          </a:xfrm>
          <a:prstGeom prst="rect">
            <a:avLst/>
          </a:prstGeom>
        </p:spPr>
        <p:txBody>
          <a:bodyPr anchorCtr="0" anchor="ctr" bIns="0" lIns="91425" spcFirstLastPara="1" rIns="0" wrap="square" tIns="0">
            <a:noAutofit/>
          </a:bodyPr>
          <a:lstStyle>
            <a:lvl1pPr lvl="0" algn="ctr">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ctr">
              <a:spcBef>
                <a:spcPts val="0"/>
              </a:spcBef>
              <a:spcAft>
                <a:spcPts val="0"/>
              </a:spcAft>
              <a:buClr>
                <a:schemeClr val="dk1"/>
              </a:buClr>
              <a:buSzPts val="1000"/>
              <a:buFont typeface="Archivo"/>
              <a:buNone/>
              <a:defRPr sz="1000">
                <a:solidFill>
                  <a:schemeClr val="dk1"/>
                </a:solidFill>
              </a:defRPr>
            </a:lvl2pPr>
            <a:lvl3pPr lvl="2" algn="ctr">
              <a:spcBef>
                <a:spcPts val="0"/>
              </a:spcBef>
              <a:spcAft>
                <a:spcPts val="0"/>
              </a:spcAft>
              <a:buClr>
                <a:schemeClr val="dk1"/>
              </a:buClr>
              <a:buSzPts val="1000"/>
              <a:buFont typeface="Archivo"/>
              <a:buNone/>
              <a:defRPr sz="1000">
                <a:solidFill>
                  <a:schemeClr val="dk1"/>
                </a:solidFill>
              </a:defRPr>
            </a:lvl3pPr>
            <a:lvl4pPr lvl="3" algn="ctr">
              <a:spcBef>
                <a:spcPts val="0"/>
              </a:spcBef>
              <a:spcAft>
                <a:spcPts val="0"/>
              </a:spcAft>
              <a:buClr>
                <a:schemeClr val="dk1"/>
              </a:buClr>
              <a:buSzPts val="1000"/>
              <a:buFont typeface="Archivo"/>
              <a:buNone/>
              <a:defRPr sz="1000">
                <a:solidFill>
                  <a:schemeClr val="dk1"/>
                </a:solidFill>
              </a:defRPr>
            </a:lvl4pPr>
            <a:lvl5pPr lvl="4" algn="ctr">
              <a:spcBef>
                <a:spcPts val="0"/>
              </a:spcBef>
              <a:spcAft>
                <a:spcPts val="0"/>
              </a:spcAft>
              <a:buClr>
                <a:schemeClr val="dk1"/>
              </a:buClr>
              <a:buSzPts val="1000"/>
              <a:buFont typeface="Archivo"/>
              <a:buNone/>
              <a:defRPr sz="1000">
                <a:solidFill>
                  <a:schemeClr val="dk1"/>
                </a:solidFill>
              </a:defRPr>
            </a:lvl5pPr>
            <a:lvl6pPr lvl="5" algn="ctr">
              <a:spcBef>
                <a:spcPts val="0"/>
              </a:spcBef>
              <a:spcAft>
                <a:spcPts val="0"/>
              </a:spcAft>
              <a:buClr>
                <a:schemeClr val="dk1"/>
              </a:buClr>
              <a:buSzPts val="1000"/>
              <a:buFont typeface="Archivo"/>
              <a:buNone/>
              <a:defRPr sz="1000">
                <a:solidFill>
                  <a:schemeClr val="dk1"/>
                </a:solidFill>
              </a:defRPr>
            </a:lvl6pPr>
            <a:lvl7pPr lvl="6" algn="ctr">
              <a:spcBef>
                <a:spcPts val="0"/>
              </a:spcBef>
              <a:spcAft>
                <a:spcPts val="0"/>
              </a:spcAft>
              <a:buClr>
                <a:schemeClr val="dk1"/>
              </a:buClr>
              <a:buSzPts val="1000"/>
              <a:buFont typeface="Archivo"/>
              <a:buNone/>
              <a:defRPr sz="1000">
                <a:solidFill>
                  <a:schemeClr val="dk1"/>
                </a:solidFill>
              </a:defRPr>
            </a:lvl7pPr>
            <a:lvl8pPr lvl="7" algn="ctr">
              <a:spcBef>
                <a:spcPts val="0"/>
              </a:spcBef>
              <a:spcAft>
                <a:spcPts val="0"/>
              </a:spcAft>
              <a:buClr>
                <a:schemeClr val="dk1"/>
              </a:buClr>
              <a:buSzPts val="1000"/>
              <a:buFont typeface="Archivo"/>
              <a:buNone/>
              <a:defRPr sz="1000">
                <a:solidFill>
                  <a:schemeClr val="dk1"/>
                </a:solidFill>
              </a:defRPr>
            </a:lvl8pPr>
            <a:lvl9pPr lvl="8" algn="ctr">
              <a:spcBef>
                <a:spcPts val="0"/>
              </a:spcBef>
              <a:spcAft>
                <a:spcPts val="0"/>
              </a:spcAft>
              <a:buClr>
                <a:schemeClr val="dk1"/>
              </a:buClr>
              <a:buSzPts val="1000"/>
              <a:buFont typeface="Archivo"/>
              <a:buNone/>
              <a:defRPr sz="1000">
                <a:solidFill>
                  <a:schemeClr val="dk1"/>
                </a:solidFill>
              </a:defRPr>
            </a:lvl9pPr>
          </a:lstStyle>
          <a:p/>
        </p:txBody>
      </p:sp>
      <p:sp>
        <p:nvSpPr>
          <p:cNvPr id="77" name="Google Shape;77;p9"/>
          <p:cNvSpPr txBox="1"/>
          <p:nvPr>
            <p:ph idx="13" type="subTitle"/>
          </p:nvPr>
        </p:nvSpPr>
        <p:spPr>
          <a:xfrm>
            <a:off x="1488550" y="2242500"/>
            <a:ext cx="1698300" cy="7623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78" name="Google Shape;78;p9"/>
          <p:cNvSpPr txBox="1"/>
          <p:nvPr>
            <p:ph idx="14" type="subTitle"/>
          </p:nvPr>
        </p:nvSpPr>
        <p:spPr>
          <a:xfrm>
            <a:off x="3432538" y="2242500"/>
            <a:ext cx="1698300" cy="7623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79" name="Google Shape;79;p9"/>
          <p:cNvSpPr txBox="1"/>
          <p:nvPr>
            <p:ph idx="15" type="subTitle"/>
          </p:nvPr>
        </p:nvSpPr>
        <p:spPr>
          <a:xfrm>
            <a:off x="5374950" y="2242500"/>
            <a:ext cx="1698300" cy="7623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80" name="Google Shape;80;p9"/>
          <p:cNvSpPr txBox="1"/>
          <p:nvPr>
            <p:ph idx="16" type="subTitle"/>
          </p:nvPr>
        </p:nvSpPr>
        <p:spPr>
          <a:xfrm>
            <a:off x="7318938" y="2242500"/>
            <a:ext cx="1698300" cy="7623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81" name="Google Shape;81;p9"/>
          <p:cNvSpPr txBox="1"/>
          <p:nvPr>
            <p:ph idx="17" type="subTitle"/>
          </p:nvPr>
        </p:nvSpPr>
        <p:spPr>
          <a:xfrm>
            <a:off x="1488550" y="3234300"/>
            <a:ext cx="1698300" cy="7623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82" name="Google Shape;82;p9"/>
          <p:cNvSpPr txBox="1"/>
          <p:nvPr>
            <p:ph idx="18" type="subTitle"/>
          </p:nvPr>
        </p:nvSpPr>
        <p:spPr>
          <a:xfrm>
            <a:off x="3432538" y="3234300"/>
            <a:ext cx="1698300" cy="7623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83" name="Google Shape;83;p9"/>
          <p:cNvSpPr txBox="1"/>
          <p:nvPr>
            <p:ph idx="19" type="subTitle"/>
          </p:nvPr>
        </p:nvSpPr>
        <p:spPr>
          <a:xfrm>
            <a:off x="5374950" y="3234300"/>
            <a:ext cx="1698300" cy="7623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84" name="Google Shape;84;p9"/>
          <p:cNvSpPr txBox="1"/>
          <p:nvPr>
            <p:ph idx="20" type="subTitle"/>
          </p:nvPr>
        </p:nvSpPr>
        <p:spPr>
          <a:xfrm>
            <a:off x="7318938" y="3234300"/>
            <a:ext cx="1698300" cy="7623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85" name="Google Shape;85;p9"/>
          <p:cNvSpPr txBox="1"/>
          <p:nvPr>
            <p:ph idx="21" type="subTitle"/>
          </p:nvPr>
        </p:nvSpPr>
        <p:spPr>
          <a:xfrm>
            <a:off x="1488550" y="4182550"/>
            <a:ext cx="1698300" cy="7623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86" name="Google Shape;86;p9"/>
          <p:cNvSpPr txBox="1"/>
          <p:nvPr>
            <p:ph idx="22" type="subTitle"/>
          </p:nvPr>
        </p:nvSpPr>
        <p:spPr>
          <a:xfrm>
            <a:off x="3432538" y="4182550"/>
            <a:ext cx="1698300" cy="7623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87" name="Google Shape;87;p9"/>
          <p:cNvSpPr txBox="1"/>
          <p:nvPr>
            <p:ph idx="23" type="subTitle"/>
          </p:nvPr>
        </p:nvSpPr>
        <p:spPr>
          <a:xfrm>
            <a:off x="5374950" y="4182550"/>
            <a:ext cx="1698300" cy="7623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88" name="Google Shape;88;p9"/>
          <p:cNvSpPr txBox="1"/>
          <p:nvPr>
            <p:ph idx="24" type="subTitle"/>
          </p:nvPr>
        </p:nvSpPr>
        <p:spPr>
          <a:xfrm>
            <a:off x="7318938" y="4182550"/>
            <a:ext cx="1698300" cy="7623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a:buNone/>
              <a:defRPr sz="1000">
                <a:solidFill>
                  <a:schemeClr val="dk1"/>
                </a:solidFill>
              </a:defRPr>
            </a:lvl2pPr>
            <a:lvl3pPr lvl="2">
              <a:spcBef>
                <a:spcPts val="0"/>
              </a:spcBef>
              <a:spcAft>
                <a:spcPts val="0"/>
              </a:spcAft>
              <a:buClr>
                <a:schemeClr val="dk1"/>
              </a:buClr>
              <a:buSzPts val="1000"/>
              <a:buFont typeface="Archivo"/>
              <a:buNone/>
              <a:defRPr sz="1000">
                <a:solidFill>
                  <a:schemeClr val="dk1"/>
                </a:solidFill>
              </a:defRPr>
            </a:lvl3pPr>
            <a:lvl4pPr lvl="3">
              <a:spcBef>
                <a:spcPts val="0"/>
              </a:spcBef>
              <a:spcAft>
                <a:spcPts val="0"/>
              </a:spcAft>
              <a:buClr>
                <a:schemeClr val="dk1"/>
              </a:buClr>
              <a:buSzPts val="1000"/>
              <a:buFont typeface="Archivo"/>
              <a:buNone/>
              <a:defRPr sz="1000">
                <a:solidFill>
                  <a:schemeClr val="dk1"/>
                </a:solidFill>
              </a:defRPr>
            </a:lvl4pPr>
            <a:lvl5pPr lvl="4">
              <a:spcBef>
                <a:spcPts val="0"/>
              </a:spcBef>
              <a:spcAft>
                <a:spcPts val="0"/>
              </a:spcAft>
              <a:buClr>
                <a:schemeClr val="dk1"/>
              </a:buClr>
              <a:buSzPts val="1000"/>
              <a:buFont typeface="Archivo"/>
              <a:buNone/>
              <a:defRPr sz="1000">
                <a:solidFill>
                  <a:schemeClr val="dk1"/>
                </a:solidFill>
              </a:defRPr>
            </a:lvl5pPr>
            <a:lvl6pPr lvl="5">
              <a:spcBef>
                <a:spcPts val="0"/>
              </a:spcBef>
              <a:spcAft>
                <a:spcPts val="0"/>
              </a:spcAft>
              <a:buClr>
                <a:schemeClr val="dk1"/>
              </a:buClr>
              <a:buSzPts val="1000"/>
              <a:buFont typeface="Archivo"/>
              <a:buNone/>
              <a:defRPr sz="1000">
                <a:solidFill>
                  <a:schemeClr val="dk1"/>
                </a:solidFill>
              </a:defRPr>
            </a:lvl6pPr>
            <a:lvl7pPr lvl="6">
              <a:spcBef>
                <a:spcPts val="0"/>
              </a:spcBef>
              <a:spcAft>
                <a:spcPts val="0"/>
              </a:spcAft>
              <a:buClr>
                <a:schemeClr val="dk1"/>
              </a:buClr>
              <a:buSzPts val="1000"/>
              <a:buFont typeface="Archivo"/>
              <a:buNone/>
              <a:defRPr sz="1000">
                <a:solidFill>
                  <a:schemeClr val="dk1"/>
                </a:solidFill>
              </a:defRPr>
            </a:lvl7pPr>
            <a:lvl8pPr lvl="7">
              <a:spcBef>
                <a:spcPts val="0"/>
              </a:spcBef>
              <a:spcAft>
                <a:spcPts val="0"/>
              </a:spcAft>
              <a:buClr>
                <a:schemeClr val="dk1"/>
              </a:buClr>
              <a:buSzPts val="1000"/>
              <a:buFont typeface="Archivo"/>
              <a:buNone/>
              <a:defRPr sz="1000">
                <a:solidFill>
                  <a:schemeClr val="dk1"/>
                </a:solidFill>
              </a:defRPr>
            </a:lvl8pPr>
            <a:lvl9pPr lvl="8">
              <a:spcBef>
                <a:spcPts val="0"/>
              </a:spcBef>
              <a:spcAft>
                <a:spcPts val="0"/>
              </a:spcAft>
              <a:buClr>
                <a:schemeClr val="dk1"/>
              </a:buClr>
              <a:buSzPts val="1000"/>
              <a:buFont typeface="Archivo"/>
              <a:buNone/>
              <a:defRPr sz="1000">
                <a:solidFill>
                  <a:schemeClr val="dk1"/>
                </a:solidFill>
              </a:defRPr>
            </a:lvl9pPr>
          </a:lstStyle>
          <a:p/>
        </p:txBody>
      </p:sp>
      <p:sp>
        <p:nvSpPr>
          <p:cNvPr id="89" name="Google Shape;89;p9"/>
          <p:cNvSpPr txBox="1"/>
          <p:nvPr>
            <p:ph type="title"/>
          </p:nvPr>
        </p:nvSpPr>
        <p:spPr>
          <a:xfrm>
            <a:off x="357700" y="1066100"/>
            <a:ext cx="6243300" cy="455100"/>
          </a:xfrm>
          <a:prstGeom prst="rect">
            <a:avLst/>
          </a:prstGeom>
        </p:spPr>
        <p:txBody>
          <a:bodyPr anchorCtr="0" anchor="t" bIns="137150" lIns="0" spcFirstLastPara="1" rIns="0" wrap="square" tIns="137150">
            <a:normAutofit/>
          </a:bodyPr>
          <a:lstStyle>
            <a:lvl1pPr lvl="0">
              <a:spcBef>
                <a:spcPts val="0"/>
              </a:spcBef>
              <a:spcAft>
                <a:spcPts val="0"/>
              </a:spcAft>
              <a:buClr>
                <a:schemeClr val="dk1"/>
              </a:buClr>
              <a:buSzPts val="1000"/>
              <a:buFont typeface="Archivo SemiBold"/>
              <a:buNone/>
              <a:defRPr>
                <a:latin typeface="Archivo SemiBold"/>
                <a:ea typeface="Archivo SemiBold"/>
                <a:cs typeface="Archivo SemiBold"/>
                <a:sym typeface="Archivo SemiBold"/>
              </a:defRPr>
            </a:lvl1pPr>
            <a:lvl2pPr lvl="1">
              <a:spcBef>
                <a:spcPts val="0"/>
              </a:spcBef>
              <a:spcAft>
                <a:spcPts val="0"/>
              </a:spcAft>
              <a:buSzPts val="1400"/>
              <a:buFont typeface="Archivo SemiBold"/>
              <a:buNone/>
              <a:defRPr>
                <a:latin typeface="Archivo SemiBold"/>
                <a:ea typeface="Archivo SemiBold"/>
                <a:cs typeface="Archivo SemiBold"/>
                <a:sym typeface="Archivo SemiBold"/>
              </a:defRPr>
            </a:lvl2pPr>
            <a:lvl3pPr lvl="2">
              <a:spcBef>
                <a:spcPts val="0"/>
              </a:spcBef>
              <a:spcAft>
                <a:spcPts val="0"/>
              </a:spcAft>
              <a:buSzPts val="1400"/>
              <a:buFont typeface="Archivo SemiBold"/>
              <a:buNone/>
              <a:defRPr>
                <a:latin typeface="Archivo SemiBold"/>
                <a:ea typeface="Archivo SemiBold"/>
                <a:cs typeface="Archivo SemiBold"/>
                <a:sym typeface="Archivo SemiBold"/>
              </a:defRPr>
            </a:lvl3pPr>
            <a:lvl4pPr lvl="3">
              <a:spcBef>
                <a:spcPts val="0"/>
              </a:spcBef>
              <a:spcAft>
                <a:spcPts val="0"/>
              </a:spcAft>
              <a:buSzPts val="1400"/>
              <a:buFont typeface="Archivo SemiBold"/>
              <a:buNone/>
              <a:defRPr>
                <a:latin typeface="Archivo SemiBold"/>
                <a:ea typeface="Archivo SemiBold"/>
                <a:cs typeface="Archivo SemiBold"/>
                <a:sym typeface="Archivo SemiBold"/>
              </a:defRPr>
            </a:lvl4pPr>
            <a:lvl5pPr lvl="4">
              <a:spcBef>
                <a:spcPts val="0"/>
              </a:spcBef>
              <a:spcAft>
                <a:spcPts val="0"/>
              </a:spcAft>
              <a:buSzPts val="1400"/>
              <a:buFont typeface="Archivo SemiBold"/>
              <a:buNone/>
              <a:defRPr>
                <a:latin typeface="Archivo SemiBold"/>
                <a:ea typeface="Archivo SemiBold"/>
                <a:cs typeface="Archivo SemiBold"/>
                <a:sym typeface="Archivo SemiBold"/>
              </a:defRPr>
            </a:lvl5pPr>
            <a:lvl6pPr lvl="5">
              <a:spcBef>
                <a:spcPts val="0"/>
              </a:spcBef>
              <a:spcAft>
                <a:spcPts val="0"/>
              </a:spcAft>
              <a:buSzPts val="1400"/>
              <a:buFont typeface="Archivo SemiBold"/>
              <a:buNone/>
              <a:defRPr>
                <a:latin typeface="Archivo SemiBold"/>
                <a:ea typeface="Archivo SemiBold"/>
                <a:cs typeface="Archivo SemiBold"/>
                <a:sym typeface="Archivo SemiBold"/>
              </a:defRPr>
            </a:lvl6pPr>
            <a:lvl7pPr lvl="6">
              <a:spcBef>
                <a:spcPts val="0"/>
              </a:spcBef>
              <a:spcAft>
                <a:spcPts val="0"/>
              </a:spcAft>
              <a:buSzPts val="1400"/>
              <a:buFont typeface="Archivo SemiBold"/>
              <a:buNone/>
              <a:defRPr>
                <a:latin typeface="Archivo SemiBold"/>
                <a:ea typeface="Archivo SemiBold"/>
                <a:cs typeface="Archivo SemiBold"/>
                <a:sym typeface="Archivo SemiBold"/>
              </a:defRPr>
            </a:lvl7pPr>
            <a:lvl8pPr lvl="7">
              <a:spcBef>
                <a:spcPts val="0"/>
              </a:spcBef>
              <a:spcAft>
                <a:spcPts val="0"/>
              </a:spcAft>
              <a:buSzPts val="1400"/>
              <a:buFont typeface="Archivo SemiBold"/>
              <a:buNone/>
              <a:defRPr>
                <a:latin typeface="Archivo SemiBold"/>
                <a:ea typeface="Archivo SemiBold"/>
                <a:cs typeface="Archivo SemiBold"/>
                <a:sym typeface="Archivo SemiBold"/>
              </a:defRPr>
            </a:lvl8pPr>
            <a:lvl9pPr lvl="8">
              <a:spcBef>
                <a:spcPts val="0"/>
              </a:spcBef>
              <a:spcAft>
                <a:spcPts val="0"/>
              </a:spcAft>
              <a:buSzPts val="1400"/>
              <a:buFont typeface="Archivo SemiBold"/>
              <a:buNone/>
              <a:defRPr>
                <a:latin typeface="Archivo SemiBold"/>
                <a:ea typeface="Archivo SemiBold"/>
                <a:cs typeface="Archivo SemiBold"/>
                <a:sym typeface="Archivo SemiBold"/>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enue model">
  <p:cSld name="BLANK_1_1_1_1_1_1_1_1_1_1_1_2_1_2">
    <p:bg>
      <p:bgPr>
        <a:solidFill>
          <a:schemeClr val="dk1"/>
        </a:solidFill>
      </p:bgPr>
    </p:bg>
    <p:spTree>
      <p:nvGrpSpPr>
        <p:cNvPr id="90" name="Shape 90"/>
        <p:cNvGrpSpPr/>
        <p:nvPr/>
      </p:nvGrpSpPr>
      <p:grpSpPr>
        <a:xfrm>
          <a:off x="0" y="0"/>
          <a:ext cx="0" cy="0"/>
          <a:chOff x="0" y="0"/>
          <a:chExt cx="0" cy="0"/>
        </a:xfrm>
      </p:grpSpPr>
      <p:pic>
        <p:nvPicPr>
          <p:cNvPr id="91" name="Google Shape;91;p10"/>
          <p:cNvPicPr preferRelativeResize="0"/>
          <p:nvPr/>
        </p:nvPicPr>
        <p:blipFill>
          <a:blip r:embed="rId2">
            <a:alphaModFix/>
          </a:blip>
          <a:stretch>
            <a:fillRect/>
          </a:stretch>
        </p:blipFill>
        <p:spPr>
          <a:xfrm>
            <a:off x="0" y="0"/>
            <a:ext cx="9144000" cy="5143500"/>
          </a:xfrm>
          <a:prstGeom prst="rect">
            <a:avLst/>
          </a:prstGeom>
          <a:noFill/>
          <a:ln>
            <a:noFill/>
          </a:ln>
        </p:spPr>
      </p:pic>
      <p:sp>
        <p:nvSpPr>
          <p:cNvPr id="92" name="Google Shape;92;p10"/>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94" name="Google Shape;94;p10"/>
          <p:cNvSpPr txBox="1"/>
          <p:nvPr>
            <p:ph idx="2" type="subTitle"/>
          </p:nvPr>
        </p:nvSpPr>
        <p:spPr>
          <a:xfrm>
            <a:off x="593274" y="3168375"/>
            <a:ext cx="1248000" cy="454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a:buNone/>
              <a:defRPr sz="1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95" name="Google Shape;95;p10"/>
          <p:cNvSpPr txBox="1"/>
          <p:nvPr>
            <p:ph idx="3" type="subTitle"/>
          </p:nvPr>
        </p:nvSpPr>
        <p:spPr>
          <a:xfrm>
            <a:off x="593275" y="3700700"/>
            <a:ext cx="1248000" cy="1078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a:buNone/>
              <a:defRPr sz="1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96" name="Google Shape;96;p10"/>
          <p:cNvSpPr txBox="1"/>
          <p:nvPr>
            <p:ph hasCustomPrompt="1" type="title"/>
          </p:nvPr>
        </p:nvSpPr>
        <p:spPr>
          <a:xfrm>
            <a:off x="418825" y="2066025"/>
            <a:ext cx="1577100" cy="8541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1"/>
              </a:buClr>
              <a:buSzPts val="5000"/>
              <a:buFont typeface="Archivo Light"/>
              <a:buNone/>
              <a:defRPr sz="5000">
                <a:latin typeface="Archivo Light"/>
                <a:ea typeface="Archivo Light"/>
                <a:cs typeface="Archivo Light"/>
                <a:sym typeface="Archivo Light"/>
              </a:defRPr>
            </a:lvl1pPr>
            <a:lvl2pPr lvl="1"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a:r>
              <a:t>xx%</a:t>
            </a:r>
          </a:p>
        </p:txBody>
      </p:sp>
      <p:sp>
        <p:nvSpPr>
          <p:cNvPr id="97" name="Google Shape;97;p10"/>
          <p:cNvSpPr txBox="1"/>
          <p:nvPr>
            <p:ph idx="4" type="subTitle"/>
          </p:nvPr>
        </p:nvSpPr>
        <p:spPr>
          <a:xfrm>
            <a:off x="2289024" y="3168375"/>
            <a:ext cx="1248000" cy="454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a:buNone/>
              <a:defRPr sz="1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98" name="Google Shape;98;p10"/>
          <p:cNvSpPr txBox="1"/>
          <p:nvPr>
            <p:ph idx="5" type="subTitle"/>
          </p:nvPr>
        </p:nvSpPr>
        <p:spPr>
          <a:xfrm>
            <a:off x="2289025" y="3700700"/>
            <a:ext cx="1248000" cy="1078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a:buNone/>
              <a:defRPr sz="1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99" name="Google Shape;99;p10"/>
          <p:cNvSpPr txBox="1"/>
          <p:nvPr>
            <p:ph hasCustomPrompt="1" idx="6" type="title"/>
          </p:nvPr>
        </p:nvSpPr>
        <p:spPr>
          <a:xfrm>
            <a:off x="2114575" y="1530675"/>
            <a:ext cx="1577100" cy="8541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1"/>
              </a:buClr>
              <a:buSzPts val="5000"/>
              <a:buFont typeface="Archivo Light"/>
              <a:buNone/>
              <a:defRPr sz="5000">
                <a:latin typeface="Archivo Light"/>
                <a:ea typeface="Archivo Light"/>
                <a:cs typeface="Archivo Light"/>
                <a:sym typeface="Archivo Light"/>
              </a:defRPr>
            </a:lvl1pPr>
            <a:lvl2pPr lvl="1"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a:r>
              <a:t>xx%</a:t>
            </a:r>
          </a:p>
        </p:txBody>
      </p:sp>
      <p:sp>
        <p:nvSpPr>
          <p:cNvPr id="100" name="Google Shape;100;p10"/>
          <p:cNvSpPr txBox="1"/>
          <p:nvPr>
            <p:ph idx="7" type="subTitle"/>
          </p:nvPr>
        </p:nvSpPr>
        <p:spPr>
          <a:xfrm>
            <a:off x="3998249" y="3168375"/>
            <a:ext cx="1248000" cy="454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a:buNone/>
              <a:defRPr sz="1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01" name="Google Shape;101;p10"/>
          <p:cNvSpPr txBox="1"/>
          <p:nvPr>
            <p:ph idx="8" type="subTitle"/>
          </p:nvPr>
        </p:nvSpPr>
        <p:spPr>
          <a:xfrm>
            <a:off x="3998250" y="3700700"/>
            <a:ext cx="1248000" cy="1078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a:buNone/>
              <a:defRPr sz="1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02" name="Google Shape;102;p10"/>
          <p:cNvSpPr txBox="1"/>
          <p:nvPr>
            <p:ph hasCustomPrompt="1" idx="9" type="title"/>
          </p:nvPr>
        </p:nvSpPr>
        <p:spPr>
          <a:xfrm>
            <a:off x="3823800" y="925225"/>
            <a:ext cx="1577100" cy="8541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1"/>
              </a:buClr>
              <a:buSzPts val="5000"/>
              <a:buFont typeface="Archivo Light"/>
              <a:buNone/>
              <a:defRPr sz="5000">
                <a:latin typeface="Archivo Light"/>
                <a:ea typeface="Archivo Light"/>
                <a:cs typeface="Archivo Light"/>
                <a:sym typeface="Archivo Light"/>
              </a:defRPr>
            </a:lvl1pPr>
            <a:lvl2pPr lvl="1"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a:r>
              <a:t>xx%</a:t>
            </a:r>
          </a:p>
        </p:txBody>
      </p:sp>
      <p:sp>
        <p:nvSpPr>
          <p:cNvPr id="103" name="Google Shape;103;p10"/>
          <p:cNvSpPr txBox="1"/>
          <p:nvPr>
            <p:ph idx="13" type="subTitle"/>
          </p:nvPr>
        </p:nvSpPr>
        <p:spPr>
          <a:xfrm>
            <a:off x="5700724" y="3168375"/>
            <a:ext cx="1248000" cy="454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a:buNone/>
              <a:defRPr sz="1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04" name="Google Shape;104;p10"/>
          <p:cNvSpPr txBox="1"/>
          <p:nvPr>
            <p:ph idx="14" type="subTitle"/>
          </p:nvPr>
        </p:nvSpPr>
        <p:spPr>
          <a:xfrm>
            <a:off x="5700725" y="3700700"/>
            <a:ext cx="1248000" cy="1078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a:buNone/>
              <a:defRPr sz="1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05" name="Google Shape;105;p10"/>
          <p:cNvSpPr txBox="1"/>
          <p:nvPr>
            <p:ph hasCustomPrompt="1" idx="15" type="title"/>
          </p:nvPr>
        </p:nvSpPr>
        <p:spPr>
          <a:xfrm>
            <a:off x="5526275" y="2066050"/>
            <a:ext cx="1577100" cy="8541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1"/>
              </a:buClr>
              <a:buSzPts val="5000"/>
              <a:buFont typeface="Archivo Light"/>
              <a:buNone/>
              <a:defRPr sz="5000">
                <a:latin typeface="Archivo Light"/>
                <a:ea typeface="Archivo Light"/>
                <a:cs typeface="Archivo Light"/>
                <a:sym typeface="Archivo Light"/>
              </a:defRPr>
            </a:lvl1pPr>
            <a:lvl2pPr lvl="1"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a:r>
              <a:t>xx%</a:t>
            </a:r>
          </a:p>
        </p:txBody>
      </p:sp>
      <p:sp>
        <p:nvSpPr>
          <p:cNvPr id="106" name="Google Shape;106;p10"/>
          <p:cNvSpPr txBox="1"/>
          <p:nvPr>
            <p:ph idx="16" type="subTitle"/>
          </p:nvPr>
        </p:nvSpPr>
        <p:spPr>
          <a:xfrm>
            <a:off x="7403224" y="3168375"/>
            <a:ext cx="1248000" cy="454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a:buNone/>
              <a:defRPr sz="1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07" name="Google Shape;107;p10"/>
          <p:cNvSpPr txBox="1"/>
          <p:nvPr>
            <p:ph idx="17" type="subTitle"/>
          </p:nvPr>
        </p:nvSpPr>
        <p:spPr>
          <a:xfrm>
            <a:off x="7403225" y="3700700"/>
            <a:ext cx="1248000" cy="1078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a:buNone/>
              <a:defRPr sz="1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08" name="Google Shape;108;p10"/>
          <p:cNvSpPr txBox="1"/>
          <p:nvPr>
            <p:ph hasCustomPrompt="1" idx="18" type="title"/>
          </p:nvPr>
        </p:nvSpPr>
        <p:spPr>
          <a:xfrm>
            <a:off x="7228775" y="1115525"/>
            <a:ext cx="1577100" cy="8541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1"/>
              </a:buClr>
              <a:buSzPts val="5000"/>
              <a:buFont typeface="Archivo Light"/>
              <a:buNone/>
              <a:defRPr sz="5000">
                <a:latin typeface="Archivo Light"/>
                <a:ea typeface="Archivo Light"/>
                <a:cs typeface="Archivo Light"/>
                <a:sym typeface="Archivo Light"/>
              </a:defRPr>
            </a:lvl1pPr>
            <a:lvl2pPr lvl="1"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lgn="ctr">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a:r>
              <a:t>xx%</a:t>
            </a:r>
          </a:p>
        </p:txBody>
      </p:sp>
      <p:sp>
        <p:nvSpPr>
          <p:cNvPr id="109" name="Google Shape;109;p10"/>
          <p:cNvSpPr txBox="1"/>
          <p:nvPr>
            <p:ph idx="19"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ple options">
  <p:cSld name="BLANK_1_1_1_1_1_1_1_1_1_1_1_2_1_1_4">
    <p:bg>
      <p:bgPr>
        <a:solidFill>
          <a:schemeClr val="lt1"/>
        </a:solidFill>
      </p:bgPr>
    </p:bg>
    <p:spTree>
      <p:nvGrpSpPr>
        <p:cNvPr id="110" name="Shape 110"/>
        <p:cNvGrpSpPr/>
        <p:nvPr/>
      </p:nvGrpSpPr>
      <p:grpSpPr>
        <a:xfrm>
          <a:off x="0" y="0"/>
          <a:ext cx="0" cy="0"/>
          <a:chOff x="0" y="0"/>
          <a:chExt cx="0" cy="0"/>
        </a:xfrm>
      </p:grpSpPr>
      <p:pic>
        <p:nvPicPr>
          <p:cNvPr id="111" name="Google Shape;111;p11"/>
          <p:cNvPicPr preferRelativeResize="0"/>
          <p:nvPr/>
        </p:nvPicPr>
        <p:blipFill>
          <a:blip r:embed="rId2">
            <a:alphaModFix/>
          </a:blip>
          <a:stretch>
            <a:fillRect/>
          </a:stretch>
        </p:blipFill>
        <p:spPr>
          <a:xfrm>
            <a:off x="0" y="0"/>
            <a:ext cx="9144000" cy="5143500"/>
          </a:xfrm>
          <a:prstGeom prst="rect">
            <a:avLst/>
          </a:prstGeom>
          <a:noFill/>
          <a:ln>
            <a:noFill/>
          </a:ln>
        </p:spPr>
      </p:pic>
      <p:sp>
        <p:nvSpPr>
          <p:cNvPr id="112" name="Google Shape;112;p11"/>
          <p:cNvSpPr/>
          <p:nvPr/>
        </p:nvSpPr>
        <p:spPr>
          <a:xfrm>
            <a:off x="75" y="1680250"/>
            <a:ext cx="9144000" cy="3467400"/>
          </a:xfrm>
          <a:prstGeom prst="rect">
            <a:avLst/>
          </a:prstGeom>
          <a:gradFill>
            <a:gsLst>
              <a:gs pos="0">
                <a:schemeClr val="accent1"/>
              </a:gs>
              <a:gs pos="91000">
                <a:srgbClr val="FFFFFF">
                  <a:alpha val="0"/>
                </a:srgbClr>
              </a:gs>
              <a:gs pos="100000">
                <a:srgbClr val="FFFFFF">
                  <a:alpha val="0"/>
                </a:srgbClr>
              </a:gs>
            </a:gsLst>
            <a:lin ang="1619866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chivo"/>
              <a:ea typeface="Archivo"/>
              <a:cs typeface="Archivo"/>
              <a:sym typeface="Archivo"/>
            </a:endParaRPr>
          </a:p>
        </p:txBody>
      </p:sp>
      <p:sp>
        <p:nvSpPr>
          <p:cNvPr id="113" name="Google Shape;113;p11"/>
          <p:cNvSpPr txBox="1"/>
          <p:nvPr>
            <p:ph idx="1" type="body"/>
          </p:nvPr>
        </p:nvSpPr>
        <p:spPr>
          <a:xfrm>
            <a:off x="6892719" y="3499530"/>
            <a:ext cx="1644900" cy="1280400"/>
          </a:xfrm>
          <a:prstGeom prst="rect">
            <a:avLst/>
          </a:prstGeom>
        </p:spPr>
        <p:txBody>
          <a:bodyPr anchorCtr="0" anchor="b" bIns="13715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14" name="Google Shape;114;p11"/>
          <p:cNvSpPr txBox="1"/>
          <p:nvPr>
            <p:ph idx="2" type="body"/>
          </p:nvPr>
        </p:nvSpPr>
        <p:spPr>
          <a:xfrm>
            <a:off x="2649031" y="3499530"/>
            <a:ext cx="1644900" cy="1280400"/>
          </a:xfrm>
          <a:prstGeom prst="rect">
            <a:avLst/>
          </a:prstGeom>
        </p:spPr>
        <p:txBody>
          <a:bodyPr anchorCtr="0" anchor="b" bIns="13715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15" name="Google Shape;115;p11"/>
          <p:cNvSpPr txBox="1"/>
          <p:nvPr>
            <p:ph idx="3" type="body"/>
          </p:nvPr>
        </p:nvSpPr>
        <p:spPr>
          <a:xfrm>
            <a:off x="4770831" y="3499530"/>
            <a:ext cx="1644900" cy="1280400"/>
          </a:xfrm>
          <a:prstGeom prst="rect">
            <a:avLst/>
          </a:prstGeom>
        </p:spPr>
        <p:txBody>
          <a:bodyPr anchorCtr="0" anchor="b" bIns="13715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16" name="Google Shape;116;p11"/>
          <p:cNvSpPr txBox="1"/>
          <p:nvPr>
            <p:ph idx="4" type="body"/>
          </p:nvPr>
        </p:nvSpPr>
        <p:spPr>
          <a:xfrm>
            <a:off x="513318" y="3499530"/>
            <a:ext cx="1644900" cy="1280400"/>
          </a:xfrm>
          <a:prstGeom prst="rect">
            <a:avLst/>
          </a:prstGeom>
        </p:spPr>
        <p:txBody>
          <a:bodyPr anchorCtr="0" anchor="b" bIns="13715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17" name="Google Shape;117;p11"/>
          <p:cNvSpPr txBox="1"/>
          <p:nvPr>
            <p:ph idx="5" type="subTitle"/>
          </p:nvPr>
        </p:nvSpPr>
        <p:spPr>
          <a:xfrm>
            <a:off x="4770838" y="1895401"/>
            <a:ext cx="1644900" cy="715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5000"/>
              <a:buFont typeface="Archivo Light"/>
              <a:buNone/>
              <a:defRPr sz="5000">
                <a:latin typeface="Archivo Light"/>
                <a:ea typeface="Archivo Light"/>
                <a:cs typeface="Archivo Light"/>
                <a:sym typeface="Archivo Light"/>
              </a:defRPr>
            </a:lvl1pPr>
            <a:lvl2pPr lvl="1">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p:txBody>
      </p:sp>
      <p:sp>
        <p:nvSpPr>
          <p:cNvPr id="118" name="Google Shape;118;p11"/>
          <p:cNvSpPr txBox="1"/>
          <p:nvPr>
            <p:ph idx="6" type="subTitle"/>
          </p:nvPr>
        </p:nvSpPr>
        <p:spPr>
          <a:xfrm>
            <a:off x="2649038" y="1895401"/>
            <a:ext cx="1644900" cy="715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5000"/>
              <a:buFont typeface="Archivo Light"/>
              <a:buNone/>
              <a:defRPr sz="5000">
                <a:latin typeface="Archivo Light"/>
                <a:ea typeface="Archivo Light"/>
                <a:cs typeface="Archivo Light"/>
                <a:sym typeface="Archivo Light"/>
              </a:defRPr>
            </a:lvl1pPr>
            <a:lvl2pPr lvl="1">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p:txBody>
      </p:sp>
      <p:sp>
        <p:nvSpPr>
          <p:cNvPr id="119" name="Google Shape;119;p11"/>
          <p:cNvSpPr txBox="1"/>
          <p:nvPr>
            <p:ph idx="7" type="subTitle"/>
          </p:nvPr>
        </p:nvSpPr>
        <p:spPr>
          <a:xfrm>
            <a:off x="513325" y="1895401"/>
            <a:ext cx="1644900" cy="715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5000"/>
              <a:buFont typeface="Archivo Light"/>
              <a:buNone/>
              <a:defRPr sz="5000">
                <a:latin typeface="Archivo Light"/>
                <a:ea typeface="Archivo Light"/>
                <a:cs typeface="Archivo Light"/>
                <a:sym typeface="Archivo Light"/>
              </a:defRPr>
            </a:lvl1pPr>
            <a:lvl2pPr lvl="1">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p:txBody>
      </p:sp>
      <p:sp>
        <p:nvSpPr>
          <p:cNvPr id="120" name="Google Shape;120;p11"/>
          <p:cNvSpPr txBox="1"/>
          <p:nvPr>
            <p:ph idx="8" type="subTitle"/>
          </p:nvPr>
        </p:nvSpPr>
        <p:spPr>
          <a:xfrm>
            <a:off x="6892725" y="1895401"/>
            <a:ext cx="1644900" cy="715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5000"/>
              <a:buFont typeface="Archivo Light"/>
              <a:buNone/>
              <a:defRPr sz="5000">
                <a:latin typeface="Archivo Light"/>
                <a:ea typeface="Archivo Light"/>
                <a:cs typeface="Archivo Light"/>
                <a:sym typeface="Archivo Light"/>
              </a:defRPr>
            </a:lvl1pPr>
            <a:lvl2pPr lvl="1">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p:txBody>
      </p:sp>
      <p:sp>
        <p:nvSpPr>
          <p:cNvPr id="121" name="Google Shape;121;p11"/>
          <p:cNvSpPr txBox="1"/>
          <p:nvPr>
            <p:ph type="title"/>
          </p:nvPr>
        </p:nvSpPr>
        <p:spPr>
          <a:xfrm>
            <a:off x="362050" y="1066100"/>
            <a:ext cx="8364600" cy="612900"/>
          </a:xfrm>
          <a:prstGeom prst="rect">
            <a:avLst/>
          </a:prstGeom>
        </p:spPr>
        <p:txBody>
          <a:bodyPr anchorCtr="0" anchor="t" bIns="137150" lIns="0" spcFirstLastPara="1" rIns="0" wrap="square" tIns="137150">
            <a:normAutofit/>
          </a:bodyPr>
          <a:lstStyle>
            <a:lvl1pPr lvl="0">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122" name="Google Shape;122;p11"/>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11"/>
          <p:cNvSpPr txBox="1"/>
          <p:nvPr>
            <p:ph idx="9"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24" name="Google Shape;124;p11"/>
          <p:cNvSpPr txBox="1"/>
          <p:nvPr>
            <p:ph idx="13" type="subTitle"/>
          </p:nvPr>
        </p:nvSpPr>
        <p:spPr>
          <a:xfrm>
            <a:off x="6892694" y="2611076"/>
            <a:ext cx="1644900" cy="16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25" name="Google Shape;125;p11"/>
          <p:cNvSpPr txBox="1"/>
          <p:nvPr>
            <p:ph idx="14" type="subTitle"/>
          </p:nvPr>
        </p:nvSpPr>
        <p:spPr>
          <a:xfrm>
            <a:off x="4770856" y="2611076"/>
            <a:ext cx="1644900" cy="16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26" name="Google Shape;126;p11"/>
          <p:cNvSpPr txBox="1"/>
          <p:nvPr>
            <p:ph idx="15" type="subTitle"/>
          </p:nvPr>
        </p:nvSpPr>
        <p:spPr>
          <a:xfrm>
            <a:off x="2648993" y="2611076"/>
            <a:ext cx="1644900" cy="16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27" name="Google Shape;127;p11"/>
          <p:cNvSpPr txBox="1"/>
          <p:nvPr>
            <p:ph idx="16" type="subTitle"/>
          </p:nvPr>
        </p:nvSpPr>
        <p:spPr>
          <a:xfrm>
            <a:off x="513318" y="2611076"/>
            <a:ext cx="1644900" cy="167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28" name="Google Shape;128;p11"/>
          <p:cNvSpPr txBox="1"/>
          <p:nvPr>
            <p:ph idx="17"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heme - Alt 2">
  <p:cSld name="CUSTOM_36">
    <p:spTree>
      <p:nvGrpSpPr>
        <p:cNvPr id="129" name="Shape 129"/>
        <p:cNvGrpSpPr/>
        <p:nvPr/>
      </p:nvGrpSpPr>
      <p:grpSpPr>
        <a:xfrm>
          <a:off x="0" y="0"/>
          <a:ext cx="0" cy="0"/>
          <a:chOff x="0" y="0"/>
          <a:chExt cx="0" cy="0"/>
        </a:xfrm>
      </p:grpSpPr>
      <p:pic>
        <p:nvPicPr>
          <p:cNvPr id="130" name="Google Shape;130;p12"/>
          <p:cNvPicPr preferRelativeResize="0"/>
          <p:nvPr/>
        </p:nvPicPr>
        <p:blipFill>
          <a:blip r:embed="rId2">
            <a:alphaModFix/>
          </a:blip>
          <a:stretch>
            <a:fillRect/>
          </a:stretch>
        </p:blipFill>
        <p:spPr>
          <a:xfrm>
            <a:off x="0" y="0"/>
            <a:ext cx="9144000" cy="5143500"/>
          </a:xfrm>
          <a:prstGeom prst="rect">
            <a:avLst/>
          </a:prstGeom>
          <a:noFill/>
          <a:ln>
            <a:noFill/>
          </a:ln>
        </p:spPr>
      </p:pic>
      <p:sp>
        <p:nvSpPr>
          <p:cNvPr id="131" name="Google Shape;131;p12"/>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132" name="Google Shape;132;p1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33" name="Google Shape;133;p12"/>
          <p:cNvSpPr txBox="1"/>
          <p:nvPr>
            <p:ph idx="2" type="subTitle"/>
          </p:nvPr>
        </p:nvSpPr>
        <p:spPr>
          <a:xfrm>
            <a:off x="6309306" y="1231300"/>
            <a:ext cx="2497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34" name="Google Shape;134;p12"/>
          <p:cNvSpPr txBox="1"/>
          <p:nvPr>
            <p:ph idx="3" type="subTitle"/>
          </p:nvPr>
        </p:nvSpPr>
        <p:spPr>
          <a:xfrm>
            <a:off x="6309306" y="3143400"/>
            <a:ext cx="2497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35" name="Google Shape;135;p12"/>
          <p:cNvSpPr txBox="1"/>
          <p:nvPr>
            <p:ph idx="4" type="subTitle"/>
          </p:nvPr>
        </p:nvSpPr>
        <p:spPr>
          <a:xfrm>
            <a:off x="3322306" y="1231300"/>
            <a:ext cx="2497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36" name="Google Shape;136;p12"/>
          <p:cNvSpPr txBox="1"/>
          <p:nvPr>
            <p:ph idx="5" type="subTitle"/>
          </p:nvPr>
        </p:nvSpPr>
        <p:spPr>
          <a:xfrm>
            <a:off x="361981" y="1231300"/>
            <a:ext cx="2497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37" name="Google Shape;137;p12"/>
          <p:cNvSpPr txBox="1"/>
          <p:nvPr>
            <p:ph idx="6" type="body"/>
          </p:nvPr>
        </p:nvSpPr>
        <p:spPr>
          <a:xfrm>
            <a:off x="361981" y="1502500"/>
            <a:ext cx="2497800" cy="1233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38" name="Google Shape;138;p12"/>
          <p:cNvSpPr txBox="1"/>
          <p:nvPr>
            <p:ph idx="7" type="subTitle"/>
          </p:nvPr>
        </p:nvSpPr>
        <p:spPr>
          <a:xfrm>
            <a:off x="339895" y="3143400"/>
            <a:ext cx="50772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39" name="Google Shape;139;p12"/>
          <p:cNvSpPr txBox="1"/>
          <p:nvPr>
            <p:ph idx="8" type="subTitle"/>
          </p:nvPr>
        </p:nvSpPr>
        <p:spPr>
          <a:xfrm>
            <a:off x="339900" y="3632075"/>
            <a:ext cx="1026900" cy="9195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40" name="Google Shape;140;p12"/>
          <p:cNvSpPr txBox="1"/>
          <p:nvPr>
            <p:ph idx="9" type="subTitle"/>
          </p:nvPr>
        </p:nvSpPr>
        <p:spPr>
          <a:xfrm>
            <a:off x="1428400" y="3632075"/>
            <a:ext cx="1026900" cy="9195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41" name="Google Shape;141;p12"/>
          <p:cNvSpPr txBox="1"/>
          <p:nvPr>
            <p:ph idx="13" type="subTitle"/>
          </p:nvPr>
        </p:nvSpPr>
        <p:spPr>
          <a:xfrm>
            <a:off x="2516900" y="3632075"/>
            <a:ext cx="1026900" cy="9195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42" name="Google Shape;142;p12"/>
          <p:cNvSpPr txBox="1"/>
          <p:nvPr>
            <p:ph idx="14" type="subTitle"/>
          </p:nvPr>
        </p:nvSpPr>
        <p:spPr>
          <a:xfrm>
            <a:off x="3605400" y="3632075"/>
            <a:ext cx="1026900" cy="9195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43" name="Google Shape;143;p12"/>
          <p:cNvSpPr txBox="1"/>
          <p:nvPr>
            <p:ph idx="15" type="subTitle"/>
          </p:nvPr>
        </p:nvSpPr>
        <p:spPr>
          <a:xfrm>
            <a:off x="4693900" y="3632075"/>
            <a:ext cx="1026900" cy="9195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44" name="Google Shape;144;p12"/>
          <p:cNvSpPr txBox="1"/>
          <p:nvPr>
            <p:ph idx="16" type="subTitle"/>
          </p:nvPr>
        </p:nvSpPr>
        <p:spPr>
          <a:xfrm>
            <a:off x="6309300" y="1634050"/>
            <a:ext cx="1197900" cy="42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45" name="Google Shape;145;p12"/>
          <p:cNvSpPr txBox="1"/>
          <p:nvPr>
            <p:ph idx="17" type="subTitle"/>
          </p:nvPr>
        </p:nvSpPr>
        <p:spPr>
          <a:xfrm>
            <a:off x="7578839" y="1634050"/>
            <a:ext cx="1197900" cy="42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46" name="Google Shape;146;p12"/>
          <p:cNvSpPr txBox="1"/>
          <p:nvPr>
            <p:ph idx="18" type="subTitle"/>
          </p:nvPr>
        </p:nvSpPr>
        <p:spPr>
          <a:xfrm>
            <a:off x="6309300" y="2179450"/>
            <a:ext cx="1197900" cy="42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47" name="Google Shape;147;p12"/>
          <p:cNvSpPr txBox="1"/>
          <p:nvPr>
            <p:ph idx="19" type="subTitle"/>
          </p:nvPr>
        </p:nvSpPr>
        <p:spPr>
          <a:xfrm>
            <a:off x="7578839" y="2179450"/>
            <a:ext cx="1197900" cy="4245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48" name="Google Shape;148;p12"/>
          <p:cNvSpPr txBox="1"/>
          <p:nvPr>
            <p:ph idx="20"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heme - Alt 3">
  <p:cSld name="BLANK_1_1_1_1_1_1_1_1_1_1_1_2_1_1_3">
    <p:bg>
      <p:bgPr>
        <a:solidFill>
          <a:schemeClr val="lt1"/>
        </a:solidFill>
      </p:bgPr>
    </p:bg>
    <p:spTree>
      <p:nvGrpSpPr>
        <p:cNvPr id="149" name="Shape 149"/>
        <p:cNvGrpSpPr/>
        <p:nvPr/>
      </p:nvGrpSpPr>
      <p:grpSpPr>
        <a:xfrm>
          <a:off x="0" y="0"/>
          <a:ext cx="0" cy="0"/>
          <a:chOff x="0" y="0"/>
          <a:chExt cx="0" cy="0"/>
        </a:xfrm>
      </p:grpSpPr>
      <p:pic>
        <p:nvPicPr>
          <p:cNvPr id="150" name="Google Shape;150;p13"/>
          <p:cNvPicPr preferRelativeResize="0"/>
          <p:nvPr/>
        </p:nvPicPr>
        <p:blipFill>
          <a:blip r:embed="rId2">
            <a:alphaModFix/>
          </a:blip>
          <a:stretch>
            <a:fillRect/>
          </a:stretch>
        </p:blipFill>
        <p:spPr>
          <a:xfrm>
            <a:off x="0" y="0"/>
            <a:ext cx="9144000" cy="5143500"/>
          </a:xfrm>
          <a:prstGeom prst="rect">
            <a:avLst/>
          </a:prstGeom>
          <a:noFill/>
          <a:ln>
            <a:noFill/>
          </a:ln>
        </p:spPr>
      </p:pic>
      <p:sp>
        <p:nvSpPr>
          <p:cNvPr id="151" name="Google Shape;151;p13"/>
          <p:cNvSpPr txBox="1"/>
          <p:nvPr>
            <p:ph type="title"/>
          </p:nvPr>
        </p:nvSpPr>
        <p:spPr>
          <a:xfrm>
            <a:off x="361975" y="1066100"/>
            <a:ext cx="4119000" cy="1778400"/>
          </a:xfrm>
          <a:prstGeom prst="rect">
            <a:avLst/>
          </a:prstGeom>
        </p:spPr>
        <p:txBody>
          <a:bodyPr anchorCtr="0" anchor="t" bIns="137150" lIns="0" spcFirstLastPara="1" rIns="0" wrap="square" tIns="137150">
            <a:normAutofit/>
          </a:bodyPr>
          <a:lstStyle>
            <a:lvl1pPr lvl="0">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152" name="Google Shape;152;p13"/>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1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54" name="Google Shape;154;p13"/>
          <p:cNvSpPr txBox="1"/>
          <p:nvPr>
            <p:ph idx="2" type="subTitle"/>
          </p:nvPr>
        </p:nvSpPr>
        <p:spPr>
          <a:xfrm>
            <a:off x="4760178" y="1213769"/>
            <a:ext cx="1645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55" name="Google Shape;155;p13"/>
          <p:cNvSpPr txBox="1"/>
          <p:nvPr>
            <p:ph idx="3" type="body"/>
          </p:nvPr>
        </p:nvSpPr>
        <p:spPr>
          <a:xfrm>
            <a:off x="4760178" y="1487419"/>
            <a:ext cx="1645800" cy="1230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56" name="Google Shape;156;p13"/>
          <p:cNvSpPr txBox="1"/>
          <p:nvPr>
            <p:ph idx="4" type="subTitle"/>
          </p:nvPr>
        </p:nvSpPr>
        <p:spPr>
          <a:xfrm>
            <a:off x="4760178" y="3138650"/>
            <a:ext cx="1645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57" name="Google Shape;157;p13"/>
          <p:cNvSpPr txBox="1"/>
          <p:nvPr>
            <p:ph idx="5" type="body"/>
          </p:nvPr>
        </p:nvSpPr>
        <p:spPr>
          <a:xfrm>
            <a:off x="4760178" y="3409851"/>
            <a:ext cx="1645800" cy="1233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58" name="Google Shape;158;p13"/>
          <p:cNvSpPr txBox="1"/>
          <p:nvPr>
            <p:ph idx="6" type="subTitle"/>
          </p:nvPr>
        </p:nvSpPr>
        <p:spPr>
          <a:xfrm>
            <a:off x="6948350" y="1213769"/>
            <a:ext cx="1645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59" name="Google Shape;159;p13"/>
          <p:cNvSpPr txBox="1"/>
          <p:nvPr>
            <p:ph idx="7" type="body"/>
          </p:nvPr>
        </p:nvSpPr>
        <p:spPr>
          <a:xfrm>
            <a:off x="6948350" y="1487419"/>
            <a:ext cx="1645800" cy="1230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60" name="Google Shape;160;p13"/>
          <p:cNvSpPr txBox="1"/>
          <p:nvPr>
            <p:ph idx="8" type="subTitle"/>
          </p:nvPr>
        </p:nvSpPr>
        <p:spPr>
          <a:xfrm>
            <a:off x="6948350" y="3138650"/>
            <a:ext cx="1645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61" name="Google Shape;161;p13"/>
          <p:cNvSpPr txBox="1"/>
          <p:nvPr>
            <p:ph idx="9" type="body"/>
          </p:nvPr>
        </p:nvSpPr>
        <p:spPr>
          <a:xfrm>
            <a:off x="6948350" y="3409851"/>
            <a:ext cx="1645800" cy="1233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62" name="Google Shape;162;p13"/>
          <p:cNvSpPr txBox="1"/>
          <p:nvPr>
            <p:ph idx="13" type="subTitle"/>
          </p:nvPr>
        </p:nvSpPr>
        <p:spPr>
          <a:xfrm>
            <a:off x="520650" y="3138650"/>
            <a:ext cx="37704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63" name="Google Shape;163;p13"/>
          <p:cNvSpPr txBox="1"/>
          <p:nvPr>
            <p:ph idx="14" type="body"/>
          </p:nvPr>
        </p:nvSpPr>
        <p:spPr>
          <a:xfrm>
            <a:off x="520650" y="3409850"/>
            <a:ext cx="3770400" cy="1233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64" name="Google Shape;164;p13"/>
          <p:cNvSpPr txBox="1"/>
          <p:nvPr>
            <p:ph idx="15"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heme - Alt 5">
  <p:cSld name="BLANK_1_1_1_1_1_1_1_1_1_1_1_2_1_1_3_2">
    <p:bg>
      <p:bgPr>
        <a:solidFill>
          <a:schemeClr val="lt1"/>
        </a:solidFill>
      </p:bgPr>
    </p:bg>
    <p:spTree>
      <p:nvGrpSpPr>
        <p:cNvPr id="165" name="Shape 165"/>
        <p:cNvGrpSpPr/>
        <p:nvPr/>
      </p:nvGrpSpPr>
      <p:grpSpPr>
        <a:xfrm>
          <a:off x="0" y="0"/>
          <a:ext cx="0" cy="0"/>
          <a:chOff x="0" y="0"/>
          <a:chExt cx="0" cy="0"/>
        </a:xfrm>
      </p:grpSpPr>
      <p:pic>
        <p:nvPicPr>
          <p:cNvPr id="166" name="Google Shape;166;p14"/>
          <p:cNvPicPr preferRelativeResize="0"/>
          <p:nvPr/>
        </p:nvPicPr>
        <p:blipFill>
          <a:blip r:embed="rId2">
            <a:alphaModFix/>
          </a:blip>
          <a:stretch>
            <a:fillRect/>
          </a:stretch>
        </p:blipFill>
        <p:spPr>
          <a:xfrm>
            <a:off x="0" y="0"/>
            <a:ext cx="9144000" cy="5143500"/>
          </a:xfrm>
          <a:prstGeom prst="rect">
            <a:avLst/>
          </a:prstGeom>
          <a:noFill/>
          <a:ln>
            <a:noFill/>
          </a:ln>
        </p:spPr>
      </p:pic>
      <p:sp>
        <p:nvSpPr>
          <p:cNvPr id="167" name="Google Shape;167;p14"/>
          <p:cNvSpPr txBox="1"/>
          <p:nvPr>
            <p:ph type="title"/>
          </p:nvPr>
        </p:nvSpPr>
        <p:spPr>
          <a:xfrm>
            <a:off x="361975" y="1066100"/>
            <a:ext cx="1983600" cy="1778400"/>
          </a:xfrm>
          <a:prstGeom prst="rect">
            <a:avLst/>
          </a:prstGeom>
        </p:spPr>
        <p:txBody>
          <a:bodyPr anchorCtr="0" anchor="t" bIns="137150" lIns="0" spcFirstLastPara="1" rIns="0" wrap="square" tIns="137150">
            <a:normAutofit/>
          </a:bodyPr>
          <a:lstStyle>
            <a:lvl1pPr lvl="0">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168" name="Google Shape;168;p14"/>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169" name="Google Shape;169;p1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70" name="Google Shape;170;p14"/>
          <p:cNvSpPr txBox="1"/>
          <p:nvPr>
            <p:ph idx="2" type="subTitle"/>
          </p:nvPr>
        </p:nvSpPr>
        <p:spPr>
          <a:xfrm>
            <a:off x="4823525" y="1231300"/>
            <a:ext cx="1645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71" name="Google Shape;171;p14"/>
          <p:cNvSpPr txBox="1"/>
          <p:nvPr>
            <p:ph idx="3" type="body"/>
          </p:nvPr>
        </p:nvSpPr>
        <p:spPr>
          <a:xfrm>
            <a:off x="4823525" y="1504950"/>
            <a:ext cx="1645800" cy="1230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72" name="Google Shape;172;p14"/>
          <p:cNvSpPr txBox="1"/>
          <p:nvPr>
            <p:ph idx="4" type="subTitle"/>
          </p:nvPr>
        </p:nvSpPr>
        <p:spPr>
          <a:xfrm>
            <a:off x="4823525" y="3138650"/>
            <a:ext cx="1645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73" name="Google Shape;173;p14"/>
          <p:cNvSpPr txBox="1"/>
          <p:nvPr>
            <p:ph idx="5" type="body"/>
          </p:nvPr>
        </p:nvSpPr>
        <p:spPr>
          <a:xfrm>
            <a:off x="4823525" y="3409851"/>
            <a:ext cx="1645800" cy="1233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74" name="Google Shape;174;p14"/>
          <p:cNvSpPr txBox="1"/>
          <p:nvPr>
            <p:ph idx="6" type="subTitle"/>
          </p:nvPr>
        </p:nvSpPr>
        <p:spPr>
          <a:xfrm>
            <a:off x="6948350" y="1231300"/>
            <a:ext cx="1645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75" name="Google Shape;175;p14"/>
          <p:cNvSpPr txBox="1"/>
          <p:nvPr>
            <p:ph idx="7" type="body"/>
          </p:nvPr>
        </p:nvSpPr>
        <p:spPr>
          <a:xfrm>
            <a:off x="6948350" y="1504950"/>
            <a:ext cx="1645800" cy="1230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76" name="Google Shape;176;p14"/>
          <p:cNvSpPr txBox="1"/>
          <p:nvPr>
            <p:ph idx="8" type="subTitle"/>
          </p:nvPr>
        </p:nvSpPr>
        <p:spPr>
          <a:xfrm>
            <a:off x="6948350" y="3138650"/>
            <a:ext cx="1645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77" name="Google Shape;177;p14"/>
          <p:cNvSpPr txBox="1"/>
          <p:nvPr>
            <p:ph idx="9" type="body"/>
          </p:nvPr>
        </p:nvSpPr>
        <p:spPr>
          <a:xfrm>
            <a:off x="6948350" y="3409851"/>
            <a:ext cx="1645800" cy="1233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78" name="Google Shape;178;p14"/>
          <p:cNvSpPr txBox="1"/>
          <p:nvPr>
            <p:ph idx="13" type="subTitle"/>
          </p:nvPr>
        </p:nvSpPr>
        <p:spPr>
          <a:xfrm>
            <a:off x="573875" y="3138650"/>
            <a:ext cx="1645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79" name="Google Shape;179;p14"/>
          <p:cNvSpPr txBox="1"/>
          <p:nvPr>
            <p:ph idx="14" type="body"/>
          </p:nvPr>
        </p:nvSpPr>
        <p:spPr>
          <a:xfrm>
            <a:off x="573875" y="3409851"/>
            <a:ext cx="1645800" cy="1233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80" name="Google Shape;180;p14"/>
          <p:cNvSpPr txBox="1"/>
          <p:nvPr>
            <p:ph idx="15" type="subTitle"/>
          </p:nvPr>
        </p:nvSpPr>
        <p:spPr>
          <a:xfrm>
            <a:off x="2698700" y="3138650"/>
            <a:ext cx="1645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81" name="Google Shape;181;p14"/>
          <p:cNvSpPr txBox="1"/>
          <p:nvPr>
            <p:ph idx="16" type="body"/>
          </p:nvPr>
        </p:nvSpPr>
        <p:spPr>
          <a:xfrm>
            <a:off x="2698700" y="3409851"/>
            <a:ext cx="1645800" cy="1233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82" name="Google Shape;182;p14"/>
          <p:cNvSpPr txBox="1"/>
          <p:nvPr>
            <p:ph idx="17" type="subTitle"/>
          </p:nvPr>
        </p:nvSpPr>
        <p:spPr>
          <a:xfrm>
            <a:off x="2698700" y="1229838"/>
            <a:ext cx="1645800" cy="271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183" name="Google Shape;183;p14"/>
          <p:cNvSpPr txBox="1"/>
          <p:nvPr>
            <p:ph idx="18" type="body"/>
          </p:nvPr>
        </p:nvSpPr>
        <p:spPr>
          <a:xfrm>
            <a:off x="2698700" y="1503488"/>
            <a:ext cx="1645800" cy="1230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84" name="Google Shape;184;p14"/>
          <p:cNvSpPr txBox="1"/>
          <p:nvPr>
            <p:ph idx="19" type="subTitle"/>
          </p:nvPr>
        </p:nvSpPr>
        <p:spPr>
          <a:xfrm>
            <a:off x="361975" y="537642"/>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cheme - Alt 6">
  <p:cSld name="CUSTOM_12">
    <p:spTree>
      <p:nvGrpSpPr>
        <p:cNvPr id="185" name="Shape 185"/>
        <p:cNvGrpSpPr/>
        <p:nvPr/>
      </p:nvGrpSpPr>
      <p:grpSpPr>
        <a:xfrm>
          <a:off x="0" y="0"/>
          <a:ext cx="0" cy="0"/>
          <a:chOff x="0" y="0"/>
          <a:chExt cx="0" cy="0"/>
        </a:xfrm>
      </p:grpSpPr>
      <p:pic>
        <p:nvPicPr>
          <p:cNvPr id="186" name="Google Shape;186;p15"/>
          <p:cNvPicPr preferRelativeResize="0"/>
          <p:nvPr/>
        </p:nvPicPr>
        <p:blipFill>
          <a:blip r:embed="rId2">
            <a:alphaModFix/>
          </a:blip>
          <a:stretch>
            <a:fillRect/>
          </a:stretch>
        </p:blipFill>
        <p:spPr>
          <a:xfrm>
            <a:off x="0" y="0"/>
            <a:ext cx="9144000" cy="5143500"/>
          </a:xfrm>
          <a:prstGeom prst="rect">
            <a:avLst/>
          </a:prstGeom>
          <a:noFill/>
          <a:ln>
            <a:noFill/>
          </a:ln>
        </p:spPr>
      </p:pic>
      <p:sp>
        <p:nvSpPr>
          <p:cNvPr id="187" name="Google Shape;187;p15"/>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188" name="Google Shape;188;p1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189" name="Google Shape;189;p15"/>
          <p:cNvSpPr txBox="1"/>
          <p:nvPr>
            <p:ph idx="2" type="body"/>
          </p:nvPr>
        </p:nvSpPr>
        <p:spPr>
          <a:xfrm>
            <a:off x="5659300" y="3764525"/>
            <a:ext cx="2931300" cy="885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90" name="Google Shape;190;p15"/>
          <p:cNvSpPr txBox="1"/>
          <p:nvPr>
            <p:ph idx="3" type="body"/>
          </p:nvPr>
        </p:nvSpPr>
        <p:spPr>
          <a:xfrm>
            <a:off x="5659350" y="1715800"/>
            <a:ext cx="2931300" cy="45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91" name="Google Shape;191;p15"/>
          <p:cNvSpPr txBox="1"/>
          <p:nvPr>
            <p:ph idx="4" type="subTitle"/>
          </p:nvPr>
        </p:nvSpPr>
        <p:spPr>
          <a:xfrm>
            <a:off x="5659350" y="1162000"/>
            <a:ext cx="2931300" cy="553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3000"/>
              <a:buFont typeface="Archivo Light"/>
              <a:buNone/>
              <a:defRPr sz="3000">
                <a:latin typeface="Archivo Light"/>
                <a:ea typeface="Archivo Light"/>
                <a:cs typeface="Archivo Light"/>
                <a:sym typeface="Archivo Light"/>
              </a:defRPr>
            </a:lvl1pPr>
            <a:lvl2pPr lvl="1">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p:txBody>
      </p:sp>
      <p:sp>
        <p:nvSpPr>
          <p:cNvPr id="192" name="Google Shape;192;p15"/>
          <p:cNvSpPr txBox="1"/>
          <p:nvPr>
            <p:ph idx="5" type="body"/>
          </p:nvPr>
        </p:nvSpPr>
        <p:spPr>
          <a:xfrm>
            <a:off x="5659350" y="2986225"/>
            <a:ext cx="2931300" cy="45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93" name="Google Shape;193;p15"/>
          <p:cNvSpPr txBox="1"/>
          <p:nvPr>
            <p:ph idx="6" type="subTitle"/>
          </p:nvPr>
        </p:nvSpPr>
        <p:spPr>
          <a:xfrm>
            <a:off x="5659350" y="2432425"/>
            <a:ext cx="2931300" cy="553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3000"/>
              <a:buFont typeface="Archivo Light"/>
              <a:buNone/>
              <a:defRPr sz="3000">
                <a:latin typeface="Archivo Light"/>
                <a:ea typeface="Archivo Light"/>
                <a:cs typeface="Archivo Light"/>
                <a:sym typeface="Archivo Light"/>
              </a:defRPr>
            </a:lvl1pPr>
            <a:lvl2pPr lvl="1">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2pPr>
            <a:lvl3pPr lvl="2">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3pPr>
            <a:lvl4pPr lvl="3">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4pPr>
            <a:lvl5pPr lvl="4">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5pPr>
            <a:lvl6pPr lvl="5">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6pPr>
            <a:lvl7pPr lvl="6">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7pPr>
            <a:lvl8pPr lvl="7">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8pPr>
            <a:lvl9pPr lvl="8">
              <a:spcBef>
                <a:spcPts val="0"/>
              </a:spcBef>
              <a:spcAft>
                <a:spcPts val="0"/>
              </a:spcAft>
              <a:buClr>
                <a:schemeClr val="dk1"/>
              </a:buClr>
              <a:buSzPts val="5000"/>
              <a:buFont typeface="Archivo Light"/>
              <a:buNone/>
              <a:defRPr sz="5000">
                <a:solidFill>
                  <a:schemeClr val="dk1"/>
                </a:solidFill>
                <a:latin typeface="Archivo Light"/>
                <a:ea typeface="Archivo Light"/>
                <a:cs typeface="Archivo Light"/>
                <a:sym typeface="Archivo Light"/>
              </a:defRPr>
            </a:lvl9pPr>
          </a:lstStyle>
          <a:p/>
        </p:txBody>
      </p:sp>
      <p:sp>
        <p:nvSpPr>
          <p:cNvPr id="194" name="Google Shape;194;p15"/>
          <p:cNvSpPr txBox="1"/>
          <p:nvPr>
            <p:ph idx="7"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alysis">
  <p:cSld name="BLANK_1_1_1_1_1_1_1_1_1_1_1_2_1_1_3_1_1">
    <p:bg>
      <p:bgPr>
        <a:solidFill>
          <a:schemeClr val="lt1"/>
        </a:solidFill>
      </p:bgPr>
    </p:bg>
    <p:spTree>
      <p:nvGrpSpPr>
        <p:cNvPr id="195" name="Shape 195"/>
        <p:cNvGrpSpPr/>
        <p:nvPr/>
      </p:nvGrpSpPr>
      <p:grpSpPr>
        <a:xfrm>
          <a:off x="0" y="0"/>
          <a:ext cx="0" cy="0"/>
          <a:chOff x="0" y="0"/>
          <a:chExt cx="0" cy="0"/>
        </a:xfrm>
      </p:grpSpPr>
      <p:pic>
        <p:nvPicPr>
          <p:cNvPr id="196" name="Google Shape;196;p16"/>
          <p:cNvPicPr preferRelativeResize="0"/>
          <p:nvPr/>
        </p:nvPicPr>
        <p:blipFill>
          <a:blip r:embed="rId2">
            <a:alphaModFix/>
          </a:blip>
          <a:stretch>
            <a:fillRect/>
          </a:stretch>
        </p:blipFill>
        <p:spPr>
          <a:xfrm>
            <a:off x="0" y="0"/>
            <a:ext cx="9144000" cy="5143500"/>
          </a:xfrm>
          <a:prstGeom prst="rect">
            <a:avLst/>
          </a:prstGeom>
          <a:noFill/>
          <a:ln>
            <a:noFill/>
          </a:ln>
        </p:spPr>
      </p:pic>
      <p:sp>
        <p:nvSpPr>
          <p:cNvPr id="197" name="Google Shape;197;p16"/>
          <p:cNvSpPr txBox="1"/>
          <p:nvPr>
            <p:ph idx="1" type="body"/>
          </p:nvPr>
        </p:nvSpPr>
        <p:spPr>
          <a:xfrm>
            <a:off x="4823525" y="4007225"/>
            <a:ext cx="1645800" cy="6819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Archivo Light"/>
              <a:buChar char="●"/>
              <a:defRPr sz="1000"/>
            </a:lvl1pPr>
            <a:lvl2pPr indent="-292100" lvl="1" marL="914400">
              <a:lnSpc>
                <a:spcPct val="100000"/>
              </a:lnSpc>
              <a:spcBef>
                <a:spcPts val="800"/>
              </a:spcBef>
              <a:spcAft>
                <a:spcPts val="0"/>
              </a:spcAft>
              <a:buClr>
                <a:schemeClr val="dk1"/>
              </a:buClr>
              <a:buSzPts val="1000"/>
              <a:buFont typeface="Archivo Light"/>
              <a:buChar char="○"/>
              <a:defRPr sz="1000"/>
            </a:lvl2pPr>
            <a:lvl3pPr indent="-292100" lvl="2" marL="1371600">
              <a:lnSpc>
                <a:spcPct val="100000"/>
              </a:lnSpc>
              <a:spcBef>
                <a:spcPts val="800"/>
              </a:spcBef>
              <a:spcAft>
                <a:spcPts val="0"/>
              </a:spcAft>
              <a:buClr>
                <a:schemeClr val="dk1"/>
              </a:buClr>
              <a:buSzPts val="1000"/>
              <a:buFont typeface="Archivo Light"/>
              <a:buChar char="■"/>
              <a:defRPr sz="1000"/>
            </a:lvl3pPr>
            <a:lvl4pPr indent="-292100" lvl="3" marL="1828800">
              <a:lnSpc>
                <a:spcPct val="100000"/>
              </a:lnSpc>
              <a:spcBef>
                <a:spcPts val="800"/>
              </a:spcBef>
              <a:spcAft>
                <a:spcPts val="0"/>
              </a:spcAft>
              <a:buClr>
                <a:schemeClr val="dk1"/>
              </a:buClr>
              <a:buSzPts val="1000"/>
              <a:buFont typeface="Archivo Light"/>
              <a:buChar char="●"/>
              <a:defRPr sz="1000"/>
            </a:lvl4pPr>
            <a:lvl5pPr indent="-292100" lvl="4" marL="2286000">
              <a:lnSpc>
                <a:spcPct val="100000"/>
              </a:lnSpc>
              <a:spcBef>
                <a:spcPts val="800"/>
              </a:spcBef>
              <a:spcAft>
                <a:spcPts val="0"/>
              </a:spcAft>
              <a:buClr>
                <a:schemeClr val="dk1"/>
              </a:buClr>
              <a:buSzPts val="1000"/>
              <a:buFont typeface="Archivo Light"/>
              <a:buChar char="○"/>
              <a:defRPr sz="1000"/>
            </a:lvl5pPr>
            <a:lvl6pPr indent="-292100" lvl="5" marL="2743200">
              <a:lnSpc>
                <a:spcPct val="100000"/>
              </a:lnSpc>
              <a:spcBef>
                <a:spcPts val="800"/>
              </a:spcBef>
              <a:spcAft>
                <a:spcPts val="0"/>
              </a:spcAft>
              <a:buClr>
                <a:schemeClr val="dk1"/>
              </a:buClr>
              <a:buSzPts val="1000"/>
              <a:buFont typeface="Archivo Light"/>
              <a:buChar char="■"/>
              <a:defRPr sz="1000"/>
            </a:lvl6pPr>
            <a:lvl7pPr indent="-292100" lvl="6" marL="3200400">
              <a:lnSpc>
                <a:spcPct val="100000"/>
              </a:lnSpc>
              <a:spcBef>
                <a:spcPts val="800"/>
              </a:spcBef>
              <a:spcAft>
                <a:spcPts val="0"/>
              </a:spcAft>
              <a:buClr>
                <a:schemeClr val="dk1"/>
              </a:buClr>
              <a:buSzPts val="1000"/>
              <a:buFont typeface="Archivo Light"/>
              <a:buChar char="●"/>
              <a:defRPr sz="1000"/>
            </a:lvl7pPr>
            <a:lvl8pPr indent="-292100" lvl="7" marL="3657600">
              <a:lnSpc>
                <a:spcPct val="100000"/>
              </a:lnSpc>
              <a:spcBef>
                <a:spcPts val="800"/>
              </a:spcBef>
              <a:spcAft>
                <a:spcPts val="0"/>
              </a:spcAft>
              <a:buClr>
                <a:schemeClr val="dk1"/>
              </a:buClr>
              <a:buSzPts val="1000"/>
              <a:buFont typeface="Archivo Light"/>
              <a:buChar char="○"/>
              <a:defRPr sz="1000"/>
            </a:lvl8pPr>
            <a:lvl9pPr indent="-292100" lvl="8" marL="4114800">
              <a:lnSpc>
                <a:spcPct val="100000"/>
              </a:lnSpc>
              <a:spcBef>
                <a:spcPts val="800"/>
              </a:spcBef>
              <a:spcAft>
                <a:spcPts val="800"/>
              </a:spcAft>
              <a:buClr>
                <a:schemeClr val="dk1"/>
              </a:buClr>
              <a:buSzPts val="1000"/>
              <a:buFont typeface="Archivo Light"/>
              <a:buChar char="■"/>
              <a:defRPr sz="1000"/>
            </a:lvl9pPr>
          </a:lstStyle>
          <a:p/>
        </p:txBody>
      </p:sp>
      <p:sp>
        <p:nvSpPr>
          <p:cNvPr id="198" name="Google Shape;198;p16"/>
          <p:cNvSpPr txBox="1"/>
          <p:nvPr>
            <p:ph idx="2" type="body"/>
          </p:nvPr>
        </p:nvSpPr>
        <p:spPr>
          <a:xfrm>
            <a:off x="6948350" y="4007225"/>
            <a:ext cx="1645800" cy="681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199" name="Google Shape;199;p16"/>
          <p:cNvSpPr txBox="1"/>
          <p:nvPr>
            <p:ph type="title"/>
          </p:nvPr>
        </p:nvSpPr>
        <p:spPr>
          <a:xfrm>
            <a:off x="359200" y="1067375"/>
            <a:ext cx="3996300" cy="1778400"/>
          </a:xfrm>
          <a:prstGeom prst="rect">
            <a:avLst/>
          </a:prstGeom>
        </p:spPr>
        <p:txBody>
          <a:bodyPr anchorCtr="0" anchor="t" bIns="137150" lIns="0" spcFirstLastPara="1" rIns="0" wrap="square" tIns="137150">
            <a:normAutofit/>
          </a:bodyPr>
          <a:lstStyle>
            <a:lvl1pPr lvl="0">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spcBef>
                <a:spcPts val="0"/>
              </a:spcBef>
              <a:spcAft>
                <a:spcPts val="0"/>
              </a:spcAft>
              <a:buSzPts val="2000"/>
              <a:buFont typeface="Archivo SemiBold"/>
              <a:buNone/>
              <a:defRPr sz="2000">
                <a:latin typeface="Archivo SemiBold"/>
                <a:ea typeface="Archivo SemiBold"/>
                <a:cs typeface="Archivo SemiBold"/>
                <a:sym typeface="Archivo SemiBold"/>
              </a:defRPr>
            </a:lvl2pPr>
            <a:lvl3pPr lvl="2">
              <a:spcBef>
                <a:spcPts val="0"/>
              </a:spcBef>
              <a:spcAft>
                <a:spcPts val="0"/>
              </a:spcAft>
              <a:buSzPts val="2000"/>
              <a:buFont typeface="Archivo SemiBold"/>
              <a:buNone/>
              <a:defRPr sz="2000">
                <a:latin typeface="Archivo SemiBold"/>
                <a:ea typeface="Archivo SemiBold"/>
                <a:cs typeface="Archivo SemiBold"/>
                <a:sym typeface="Archivo SemiBold"/>
              </a:defRPr>
            </a:lvl3pPr>
            <a:lvl4pPr lvl="3">
              <a:spcBef>
                <a:spcPts val="0"/>
              </a:spcBef>
              <a:spcAft>
                <a:spcPts val="0"/>
              </a:spcAft>
              <a:buSzPts val="2000"/>
              <a:buFont typeface="Archivo SemiBold"/>
              <a:buNone/>
              <a:defRPr sz="2000">
                <a:latin typeface="Archivo SemiBold"/>
                <a:ea typeface="Archivo SemiBold"/>
                <a:cs typeface="Archivo SemiBold"/>
                <a:sym typeface="Archivo SemiBold"/>
              </a:defRPr>
            </a:lvl4pPr>
            <a:lvl5pPr lvl="4">
              <a:spcBef>
                <a:spcPts val="0"/>
              </a:spcBef>
              <a:spcAft>
                <a:spcPts val="0"/>
              </a:spcAft>
              <a:buSzPts val="2000"/>
              <a:buFont typeface="Archivo SemiBold"/>
              <a:buNone/>
              <a:defRPr sz="2000">
                <a:latin typeface="Archivo SemiBold"/>
                <a:ea typeface="Archivo SemiBold"/>
                <a:cs typeface="Archivo SemiBold"/>
                <a:sym typeface="Archivo SemiBold"/>
              </a:defRPr>
            </a:lvl5pPr>
            <a:lvl6pPr lvl="5">
              <a:spcBef>
                <a:spcPts val="0"/>
              </a:spcBef>
              <a:spcAft>
                <a:spcPts val="0"/>
              </a:spcAft>
              <a:buSzPts val="2000"/>
              <a:buFont typeface="Archivo SemiBold"/>
              <a:buNone/>
              <a:defRPr sz="2000">
                <a:latin typeface="Archivo SemiBold"/>
                <a:ea typeface="Archivo SemiBold"/>
                <a:cs typeface="Archivo SemiBold"/>
                <a:sym typeface="Archivo SemiBold"/>
              </a:defRPr>
            </a:lvl6pPr>
            <a:lvl7pPr lvl="6">
              <a:spcBef>
                <a:spcPts val="0"/>
              </a:spcBef>
              <a:spcAft>
                <a:spcPts val="0"/>
              </a:spcAft>
              <a:buSzPts val="2000"/>
              <a:buFont typeface="Archivo SemiBold"/>
              <a:buNone/>
              <a:defRPr sz="2000">
                <a:latin typeface="Archivo SemiBold"/>
                <a:ea typeface="Archivo SemiBold"/>
                <a:cs typeface="Archivo SemiBold"/>
                <a:sym typeface="Archivo SemiBold"/>
              </a:defRPr>
            </a:lvl7pPr>
            <a:lvl8pPr lvl="7">
              <a:spcBef>
                <a:spcPts val="0"/>
              </a:spcBef>
              <a:spcAft>
                <a:spcPts val="0"/>
              </a:spcAft>
              <a:buSzPts val="2000"/>
              <a:buFont typeface="Archivo SemiBold"/>
              <a:buNone/>
              <a:defRPr sz="2000">
                <a:latin typeface="Archivo SemiBold"/>
                <a:ea typeface="Archivo SemiBold"/>
                <a:cs typeface="Archivo SemiBold"/>
                <a:sym typeface="Archivo SemiBold"/>
              </a:defRPr>
            </a:lvl8pPr>
            <a:lvl9pPr lvl="8">
              <a:spcBef>
                <a:spcPts val="0"/>
              </a:spcBef>
              <a:spcAft>
                <a:spcPts val="0"/>
              </a:spcAft>
              <a:buSzPts val="2000"/>
              <a:buFont typeface="Archivo SemiBold"/>
              <a:buNone/>
              <a:defRPr sz="2000">
                <a:latin typeface="Archivo SemiBold"/>
                <a:ea typeface="Archivo SemiBold"/>
                <a:cs typeface="Archivo SemiBold"/>
                <a:sym typeface="Archivo SemiBold"/>
              </a:defRPr>
            </a:lvl9pPr>
          </a:lstStyle>
          <a:p/>
        </p:txBody>
      </p:sp>
      <p:sp>
        <p:nvSpPr>
          <p:cNvPr id="200" name="Google Shape;200;p16"/>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201" name="Google Shape;201;p16"/>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202" name="Google Shape;202;p16"/>
          <p:cNvSpPr txBox="1"/>
          <p:nvPr>
            <p:ph idx="4" type="body"/>
          </p:nvPr>
        </p:nvSpPr>
        <p:spPr>
          <a:xfrm>
            <a:off x="346275" y="3390625"/>
            <a:ext cx="3996300" cy="1416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03" name="Google Shape;203;p16"/>
          <p:cNvSpPr txBox="1"/>
          <p:nvPr>
            <p:ph idx="5" type="body"/>
          </p:nvPr>
        </p:nvSpPr>
        <p:spPr>
          <a:xfrm>
            <a:off x="4823525" y="2099875"/>
            <a:ext cx="1645800" cy="681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04" name="Google Shape;204;p16"/>
          <p:cNvSpPr txBox="1"/>
          <p:nvPr>
            <p:ph idx="6" type="body"/>
          </p:nvPr>
        </p:nvSpPr>
        <p:spPr>
          <a:xfrm>
            <a:off x="6948350" y="2099875"/>
            <a:ext cx="1645800" cy="681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05" name="Google Shape;205;p16"/>
          <p:cNvSpPr txBox="1"/>
          <p:nvPr>
            <p:ph idx="7" type="subTitle"/>
          </p:nvPr>
        </p:nvSpPr>
        <p:spPr>
          <a:xfrm>
            <a:off x="6948350" y="1182175"/>
            <a:ext cx="1645800" cy="917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5500"/>
              <a:buFont typeface="Archivo SemiBold"/>
              <a:buNone/>
              <a:defRPr sz="5500">
                <a:latin typeface="Archivo SemiBold"/>
                <a:ea typeface="Archivo SemiBold"/>
                <a:cs typeface="Archivo SemiBold"/>
                <a:sym typeface="Archivo SemiBold"/>
              </a:defRPr>
            </a:lvl1pPr>
            <a:lvl2pPr lvl="1">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9pPr>
          </a:lstStyle>
          <a:p/>
        </p:txBody>
      </p:sp>
      <p:sp>
        <p:nvSpPr>
          <p:cNvPr id="206" name="Google Shape;206;p16"/>
          <p:cNvSpPr txBox="1"/>
          <p:nvPr>
            <p:ph idx="8" type="subTitle"/>
          </p:nvPr>
        </p:nvSpPr>
        <p:spPr>
          <a:xfrm>
            <a:off x="4823525" y="1182175"/>
            <a:ext cx="1645800" cy="917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5500"/>
              <a:buFont typeface="Archivo SemiBold"/>
              <a:buNone/>
              <a:defRPr sz="5500">
                <a:latin typeface="Archivo SemiBold"/>
                <a:ea typeface="Archivo SemiBold"/>
                <a:cs typeface="Archivo SemiBold"/>
                <a:sym typeface="Archivo SemiBold"/>
              </a:defRPr>
            </a:lvl1pPr>
            <a:lvl2pPr lvl="1">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9pPr>
          </a:lstStyle>
          <a:p/>
        </p:txBody>
      </p:sp>
      <p:sp>
        <p:nvSpPr>
          <p:cNvPr id="207" name="Google Shape;207;p16"/>
          <p:cNvSpPr txBox="1"/>
          <p:nvPr>
            <p:ph idx="9" type="subTitle"/>
          </p:nvPr>
        </p:nvSpPr>
        <p:spPr>
          <a:xfrm>
            <a:off x="4823525" y="3089525"/>
            <a:ext cx="1645800" cy="917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5500"/>
              <a:buFont typeface="Archivo SemiBold"/>
              <a:buNone/>
              <a:defRPr sz="5500">
                <a:latin typeface="Archivo SemiBold"/>
                <a:ea typeface="Archivo SemiBold"/>
                <a:cs typeface="Archivo SemiBold"/>
                <a:sym typeface="Archivo SemiBold"/>
              </a:defRPr>
            </a:lvl1pPr>
            <a:lvl2pPr lvl="1">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9pPr>
          </a:lstStyle>
          <a:p/>
        </p:txBody>
      </p:sp>
      <p:sp>
        <p:nvSpPr>
          <p:cNvPr id="208" name="Google Shape;208;p16"/>
          <p:cNvSpPr txBox="1"/>
          <p:nvPr>
            <p:ph idx="13" type="subTitle"/>
          </p:nvPr>
        </p:nvSpPr>
        <p:spPr>
          <a:xfrm>
            <a:off x="6948350" y="3089525"/>
            <a:ext cx="1645800" cy="917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5500"/>
              <a:buFont typeface="Archivo SemiBold"/>
              <a:buNone/>
              <a:defRPr sz="5500">
                <a:latin typeface="Archivo SemiBold"/>
                <a:ea typeface="Archivo SemiBold"/>
                <a:cs typeface="Archivo SemiBold"/>
                <a:sym typeface="Archivo SemiBold"/>
              </a:defRPr>
            </a:lvl1pPr>
            <a:lvl2pPr lvl="1">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5500"/>
              <a:buFont typeface="Archivo SemiBold"/>
              <a:buNone/>
              <a:defRPr sz="5500">
                <a:solidFill>
                  <a:schemeClr val="dk1"/>
                </a:solidFill>
                <a:latin typeface="Archivo SemiBold"/>
                <a:ea typeface="Archivo SemiBold"/>
                <a:cs typeface="Archivo SemiBold"/>
                <a:sym typeface="Archivo SemiBold"/>
              </a:defRPr>
            </a:lvl9pPr>
          </a:lstStyle>
          <a:p/>
        </p:txBody>
      </p:sp>
      <p:sp>
        <p:nvSpPr>
          <p:cNvPr id="209" name="Google Shape;209;p16"/>
          <p:cNvSpPr txBox="1"/>
          <p:nvPr>
            <p:ph idx="14"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CUSTOM_27">
    <p:bg>
      <p:bgPr>
        <a:solidFill>
          <a:schemeClr val="lt1"/>
        </a:solidFill>
      </p:bgPr>
    </p:bg>
    <p:spTree>
      <p:nvGrpSpPr>
        <p:cNvPr id="210" name="Shape 210"/>
        <p:cNvGrpSpPr/>
        <p:nvPr/>
      </p:nvGrpSpPr>
      <p:grpSpPr>
        <a:xfrm>
          <a:off x="0" y="0"/>
          <a:ext cx="0" cy="0"/>
          <a:chOff x="0" y="0"/>
          <a:chExt cx="0" cy="0"/>
        </a:xfrm>
      </p:grpSpPr>
      <p:pic>
        <p:nvPicPr>
          <p:cNvPr id="211" name="Google Shape;211;p17"/>
          <p:cNvPicPr preferRelativeResize="0"/>
          <p:nvPr/>
        </p:nvPicPr>
        <p:blipFill>
          <a:blip r:embed="rId2">
            <a:alphaModFix amt="60000"/>
          </a:blip>
          <a:stretch>
            <a:fillRect/>
          </a:stretch>
        </p:blipFill>
        <p:spPr>
          <a:xfrm>
            <a:off x="0" y="0"/>
            <a:ext cx="9144000" cy="5143500"/>
          </a:xfrm>
          <a:prstGeom prst="rect">
            <a:avLst/>
          </a:prstGeom>
          <a:noFill/>
          <a:ln>
            <a:noFill/>
          </a:ln>
        </p:spPr>
      </p:pic>
      <p:sp>
        <p:nvSpPr>
          <p:cNvPr id="212" name="Google Shape;212;p17"/>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213" name="Google Shape;213;p1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214" name="Google Shape;214;p17"/>
          <p:cNvSpPr txBox="1"/>
          <p:nvPr>
            <p:ph idx="2" type="body"/>
          </p:nvPr>
        </p:nvSpPr>
        <p:spPr>
          <a:xfrm>
            <a:off x="3561200" y="1650500"/>
            <a:ext cx="4311300" cy="483000"/>
          </a:xfrm>
          <a:prstGeom prst="rect">
            <a:avLst/>
          </a:prstGeom>
        </p:spPr>
        <p:txBody>
          <a:bodyPr anchorCtr="0" anchor="t" bIns="0" lIns="0" spcFirstLastPara="1" rIns="0" wrap="square" tIns="4570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15" name="Google Shape;215;p17"/>
          <p:cNvSpPr txBox="1"/>
          <p:nvPr>
            <p:ph idx="3" type="subTitle"/>
          </p:nvPr>
        </p:nvSpPr>
        <p:spPr>
          <a:xfrm>
            <a:off x="3561190" y="1258875"/>
            <a:ext cx="5286000" cy="1929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000"/>
              <a:buFont typeface="Archivo SemiBold"/>
              <a:buNone/>
              <a:defRPr sz="2000">
                <a:latin typeface="Archivo SemiBold"/>
                <a:ea typeface="Archivo SemiBold"/>
                <a:cs typeface="Archivo SemiBold"/>
                <a:sym typeface="Archivo SemiBold"/>
              </a:defRPr>
            </a:lvl1pPr>
            <a:lvl2pPr lvl="1">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9pPr>
          </a:lstStyle>
          <a:p/>
        </p:txBody>
      </p:sp>
      <p:sp>
        <p:nvSpPr>
          <p:cNvPr id="216" name="Google Shape;216;p17"/>
          <p:cNvSpPr txBox="1"/>
          <p:nvPr>
            <p:ph idx="4" type="body"/>
          </p:nvPr>
        </p:nvSpPr>
        <p:spPr>
          <a:xfrm>
            <a:off x="3561200" y="2745575"/>
            <a:ext cx="4311300" cy="540000"/>
          </a:xfrm>
          <a:prstGeom prst="rect">
            <a:avLst/>
          </a:prstGeom>
        </p:spPr>
        <p:txBody>
          <a:bodyPr anchorCtr="0" anchor="t" bIns="0" lIns="0" spcFirstLastPara="1" rIns="0" wrap="square" tIns="4570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17" name="Google Shape;217;p17"/>
          <p:cNvSpPr txBox="1"/>
          <p:nvPr>
            <p:ph idx="5" type="subTitle"/>
          </p:nvPr>
        </p:nvSpPr>
        <p:spPr>
          <a:xfrm>
            <a:off x="3561190" y="2411024"/>
            <a:ext cx="5286000" cy="1929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000"/>
              <a:buFont typeface="Archivo SemiBold"/>
              <a:buNone/>
              <a:defRPr sz="2000">
                <a:latin typeface="Archivo SemiBold"/>
                <a:ea typeface="Archivo SemiBold"/>
                <a:cs typeface="Archivo SemiBold"/>
                <a:sym typeface="Archivo SemiBold"/>
              </a:defRPr>
            </a:lvl1pPr>
            <a:lvl2pPr lvl="1">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9pPr>
          </a:lstStyle>
          <a:p/>
        </p:txBody>
      </p:sp>
      <p:sp>
        <p:nvSpPr>
          <p:cNvPr id="218" name="Google Shape;218;p17"/>
          <p:cNvSpPr txBox="1"/>
          <p:nvPr>
            <p:ph idx="6" type="body"/>
          </p:nvPr>
        </p:nvSpPr>
        <p:spPr>
          <a:xfrm>
            <a:off x="3561200" y="3890675"/>
            <a:ext cx="4311300" cy="540000"/>
          </a:xfrm>
          <a:prstGeom prst="rect">
            <a:avLst/>
          </a:prstGeom>
        </p:spPr>
        <p:txBody>
          <a:bodyPr anchorCtr="0" anchor="t" bIns="0" lIns="0" spcFirstLastPara="1" rIns="0" wrap="square" tIns="4570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19" name="Google Shape;219;p17"/>
          <p:cNvSpPr txBox="1"/>
          <p:nvPr>
            <p:ph idx="7" type="subTitle"/>
          </p:nvPr>
        </p:nvSpPr>
        <p:spPr>
          <a:xfrm>
            <a:off x="3561190" y="3556273"/>
            <a:ext cx="5286000" cy="1929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000"/>
              <a:buFont typeface="Archivo SemiBold"/>
              <a:buNone/>
              <a:defRPr sz="2000">
                <a:latin typeface="Archivo SemiBold"/>
                <a:ea typeface="Archivo SemiBold"/>
                <a:cs typeface="Archivo SemiBold"/>
                <a:sym typeface="Archivo SemiBold"/>
              </a:defRPr>
            </a:lvl1pPr>
            <a:lvl2pPr lvl="1">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2000"/>
              <a:buFont typeface="Archivo SemiBold"/>
              <a:buNone/>
              <a:defRPr sz="2000">
                <a:solidFill>
                  <a:schemeClr val="dk1"/>
                </a:solidFill>
                <a:latin typeface="Archivo SemiBold"/>
                <a:ea typeface="Archivo SemiBold"/>
                <a:cs typeface="Archivo SemiBold"/>
                <a:sym typeface="Archivo SemiBold"/>
              </a:defRPr>
            </a:lvl9pPr>
          </a:lstStyle>
          <a:p/>
        </p:txBody>
      </p:sp>
      <p:sp>
        <p:nvSpPr>
          <p:cNvPr id="220" name="Google Shape;220;p17"/>
          <p:cNvSpPr txBox="1"/>
          <p:nvPr>
            <p:ph type="title"/>
          </p:nvPr>
        </p:nvSpPr>
        <p:spPr>
          <a:xfrm>
            <a:off x="353550" y="1066100"/>
            <a:ext cx="2674500" cy="612900"/>
          </a:xfrm>
          <a:prstGeom prst="rect">
            <a:avLst/>
          </a:prstGeom>
        </p:spPr>
        <p:txBody>
          <a:bodyPr anchorCtr="0" anchor="t" bIns="137150" lIns="0" spcFirstLastPara="1" rIns="0" wrap="square" tIns="137150">
            <a:normAutofit/>
          </a:bodyPr>
          <a:lstStyle>
            <a:lvl1pPr lvl="0">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spcBef>
                <a:spcPts val="0"/>
              </a:spcBef>
              <a:spcAft>
                <a:spcPts val="0"/>
              </a:spcAft>
              <a:buSzPts val="1400"/>
              <a:buFont typeface="Archivo SemiBold"/>
              <a:buNone/>
              <a:defRPr>
                <a:latin typeface="Archivo SemiBold"/>
                <a:ea typeface="Archivo SemiBold"/>
                <a:cs typeface="Archivo SemiBold"/>
                <a:sym typeface="Archivo SemiBold"/>
              </a:defRPr>
            </a:lvl2pPr>
            <a:lvl3pPr lvl="2">
              <a:spcBef>
                <a:spcPts val="0"/>
              </a:spcBef>
              <a:spcAft>
                <a:spcPts val="0"/>
              </a:spcAft>
              <a:buSzPts val="1400"/>
              <a:buFont typeface="Archivo SemiBold"/>
              <a:buNone/>
              <a:defRPr>
                <a:latin typeface="Archivo SemiBold"/>
                <a:ea typeface="Archivo SemiBold"/>
                <a:cs typeface="Archivo SemiBold"/>
                <a:sym typeface="Archivo SemiBold"/>
              </a:defRPr>
            </a:lvl3pPr>
            <a:lvl4pPr lvl="3">
              <a:spcBef>
                <a:spcPts val="0"/>
              </a:spcBef>
              <a:spcAft>
                <a:spcPts val="0"/>
              </a:spcAft>
              <a:buSzPts val="1400"/>
              <a:buFont typeface="Archivo SemiBold"/>
              <a:buNone/>
              <a:defRPr>
                <a:latin typeface="Archivo SemiBold"/>
                <a:ea typeface="Archivo SemiBold"/>
                <a:cs typeface="Archivo SemiBold"/>
                <a:sym typeface="Archivo SemiBold"/>
              </a:defRPr>
            </a:lvl4pPr>
            <a:lvl5pPr lvl="4">
              <a:spcBef>
                <a:spcPts val="0"/>
              </a:spcBef>
              <a:spcAft>
                <a:spcPts val="0"/>
              </a:spcAft>
              <a:buSzPts val="1400"/>
              <a:buFont typeface="Archivo SemiBold"/>
              <a:buNone/>
              <a:defRPr>
                <a:latin typeface="Archivo SemiBold"/>
                <a:ea typeface="Archivo SemiBold"/>
                <a:cs typeface="Archivo SemiBold"/>
                <a:sym typeface="Archivo SemiBold"/>
              </a:defRPr>
            </a:lvl5pPr>
            <a:lvl6pPr lvl="5">
              <a:spcBef>
                <a:spcPts val="0"/>
              </a:spcBef>
              <a:spcAft>
                <a:spcPts val="0"/>
              </a:spcAft>
              <a:buSzPts val="1400"/>
              <a:buFont typeface="Archivo SemiBold"/>
              <a:buNone/>
              <a:defRPr>
                <a:latin typeface="Archivo SemiBold"/>
                <a:ea typeface="Archivo SemiBold"/>
                <a:cs typeface="Archivo SemiBold"/>
                <a:sym typeface="Archivo SemiBold"/>
              </a:defRPr>
            </a:lvl6pPr>
            <a:lvl7pPr lvl="6">
              <a:spcBef>
                <a:spcPts val="0"/>
              </a:spcBef>
              <a:spcAft>
                <a:spcPts val="0"/>
              </a:spcAft>
              <a:buSzPts val="1400"/>
              <a:buFont typeface="Archivo SemiBold"/>
              <a:buNone/>
              <a:defRPr>
                <a:latin typeface="Archivo SemiBold"/>
                <a:ea typeface="Archivo SemiBold"/>
                <a:cs typeface="Archivo SemiBold"/>
                <a:sym typeface="Archivo SemiBold"/>
              </a:defRPr>
            </a:lvl7pPr>
            <a:lvl8pPr lvl="7">
              <a:spcBef>
                <a:spcPts val="0"/>
              </a:spcBef>
              <a:spcAft>
                <a:spcPts val="0"/>
              </a:spcAft>
              <a:buSzPts val="1400"/>
              <a:buFont typeface="Archivo SemiBold"/>
              <a:buNone/>
              <a:defRPr>
                <a:latin typeface="Archivo SemiBold"/>
                <a:ea typeface="Archivo SemiBold"/>
                <a:cs typeface="Archivo SemiBold"/>
                <a:sym typeface="Archivo SemiBold"/>
              </a:defRPr>
            </a:lvl8pPr>
            <a:lvl9pPr lvl="8">
              <a:spcBef>
                <a:spcPts val="0"/>
              </a:spcBef>
              <a:spcAft>
                <a:spcPts val="0"/>
              </a:spcAft>
              <a:buSzPts val="1400"/>
              <a:buFont typeface="Archivo SemiBold"/>
              <a:buNone/>
              <a:defRPr>
                <a:latin typeface="Archivo SemiBold"/>
                <a:ea typeface="Archivo SemiBold"/>
                <a:cs typeface="Archivo SemiBold"/>
                <a:sym typeface="Archivo SemiBold"/>
              </a:defRPr>
            </a:lvl9pPr>
          </a:lstStyle>
          <a:p/>
        </p:txBody>
      </p:sp>
      <p:sp>
        <p:nvSpPr>
          <p:cNvPr id="221" name="Google Shape;221;p17"/>
          <p:cNvSpPr txBox="1"/>
          <p:nvPr>
            <p:ph idx="8" type="body"/>
          </p:nvPr>
        </p:nvSpPr>
        <p:spPr>
          <a:xfrm>
            <a:off x="353550" y="1592450"/>
            <a:ext cx="2674500" cy="288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22" name="Google Shape;222;p17"/>
          <p:cNvSpPr txBox="1"/>
          <p:nvPr>
            <p:ph idx="9"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4">
  <p:cSld name="CUSTOM_28">
    <p:spTree>
      <p:nvGrpSpPr>
        <p:cNvPr id="223" name="Shape 223"/>
        <p:cNvGrpSpPr/>
        <p:nvPr/>
      </p:nvGrpSpPr>
      <p:grpSpPr>
        <a:xfrm>
          <a:off x="0" y="0"/>
          <a:ext cx="0" cy="0"/>
          <a:chOff x="0" y="0"/>
          <a:chExt cx="0" cy="0"/>
        </a:xfrm>
      </p:grpSpPr>
      <p:pic>
        <p:nvPicPr>
          <p:cNvPr id="224" name="Google Shape;224;p18"/>
          <p:cNvPicPr preferRelativeResize="0"/>
          <p:nvPr/>
        </p:nvPicPr>
        <p:blipFill>
          <a:blip r:embed="rId2">
            <a:alphaModFix/>
          </a:blip>
          <a:stretch>
            <a:fillRect/>
          </a:stretch>
        </p:blipFill>
        <p:spPr>
          <a:xfrm>
            <a:off x="0" y="0"/>
            <a:ext cx="9144000" cy="5143500"/>
          </a:xfrm>
          <a:prstGeom prst="rect">
            <a:avLst/>
          </a:prstGeom>
          <a:noFill/>
          <a:ln>
            <a:noFill/>
          </a:ln>
        </p:spPr>
      </p:pic>
      <p:sp>
        <p:nvSpPr>
          <p:cNvPr id="225" name="Google Shape;225;p18"/>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226" name="Google Shape;226;p1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227" name="Google Shape;227;p18"/>
          <p:cNvSpPr txBox="1"/>
          <p:nvPr>
            <p:ph idx="2" type="body"/>
          </p:nvPr>
        </p:nvSpPr>
        <p:spPr>
          <a:xfrm>
            <a:off x="4618675" y="1125913"/>
            <a:ext cx="3951600" cy="617400"/>
          </a:xfrm>
          <a:prstGeom prst="rect">
            <a:avLst/>
          </a:prstGeom>
        </p:spPr>
        <p:txBody>
          <a:bodyPr anchorCtr="0" anchor="t" bIns="0" lIns="0" spcFirstLastPara="1" rIns="0" wrap="square" tIns="4570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28" name="Google Shape;228;p18"/>
          <p:cNvSpPr txBox="1"/>
          <p:nvPr>
            <p:ph idx="3" type="subTitle"/>
          </p:nvPr>
        </p:nvSpPr>
        <p:spPr>
          <a:xfrm>
            <a:off x="4618675" y="875411"/>
            <a:ext cx="3515700" cy="223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29" name="Google Shape;229;p18"/>
          <p:cNvSpPr txBox="1"/>
          <p:nvPr>
            <p:ph idx="4" type="body"/>
          </p:nvPr>
        </p:nvSpPr>
        <p:spPr>
          <a:xfrm>
            <a:off x="361975" y="1066100"/>
            <a:ext cx="2701200" cy="21609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30" name="Google Shape;230;p18"/>
          <p:cNvSpPr txBox="1"/>
          <p:nvPr>
            <p:ph idx="5" type="body"/>
          </p:nvPr>
        </p:nvSpPr>
        <p:spPr>
          <a:xfrm>
            <a:off x="4618675" y="2603671"/>
            <a:ext cx="3951600" cy="648900"/>
          </a:xfrm>
          <a:prstGeom prst="rect">
            <a:avLst/>
          </a:prstGeom>
        </p:spPr>
        <p:txBody>
          <a:bodyPr anchorCtr="0" anchor="t" bIns="0" lIns="0" spcFirstLastPara="1" rIns="0" wrap="square" tIns="4570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31" name="Google Shape;231;p18"/>
          <p:cNvSpPr txBox="1"/>
          <p:nvPr>
            <p:ph idx="6" type="subTitle"/>
          </p:nvPr>
        </p:nvSpPr>
        <p:spPr>
          <a:xfrm>
            <a:off x="4618675" y="2340305"/>
            <a:ext cx="3515700" cy="23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32" name="Google Shape;232;p18"/>
          <p:cNvSpPr txBox="1"/>
          <p:nvPr>
            <p:ph idx="7" type="body"/>
          </p:nvPr>
        </p:nvSpPr>
        <p:spPr>
          <a:xfrm>
            <a:off x="4618675" y="4066379"/>
            <a:ext cx="3951600" cy="643800"/>
          </a:xfrm>
          <a:prstGeom prst="rect">
            <a:avLst/>
          </a:prstGeom>
        </p:spPr>
        <p:txBody>
          <a:bodyPr anchorCtr="0" anchor="t" bIns="0" lIns="0" spcFirstLastPara="1" rIns="0" wrap="square" tIns="4570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33" name="Google Shape;233;p18"/>
          <p:cNvSpPr txBox="1"/>
          <p:nvPr>
            <p:ph idx="8" type="subTitle"/>
          </p:nvPr>
        </p:nvSpPr>
        <p:spPr>
          <a:xfrm>
            <a:off x="4618675" y="3805198"/>
            <a:ext cx="3515700" cy="232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34" name="Google Shape;234;p18"/>
          <p:cNvSpPr txBox="1"/>
          <p:nvPr>
            <p:ph hasCustomPrompt="1" type="title"/>
          </p:nvPr>
        </p:nvSpPr>
        <p:spPr>
          <a:xfrm>
            <a:off x="3597475" y="680400"/>
            <a:ext cx="927600" cy="9123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5000"/>
              <a:buFont typeface="Archivo Light"/>
              <a:buNone/>
              <a:defRPr sz="5000">
                <a:latin typeface="Archivo Light"/>
                <a:ea typeface="Archivo Light"/>
                <a:cs typeface="Archivo Light"/>
                <a:sym typeface="Archivo Light"/>
              </a:defRPr>
            </a:lvl1pPr>
            <a:lvl2pPr lvl="1">
              <a:spcBef>
                <a:spcPts val="0"/>
              </a:spcBef>
              <a:spcAft>
                <a:spcPts val="0"/>
              </a:spcAft>
              <a:buClr>
                <a:schemeClr val="dk1"/>
              </a:buClr>
              <a:buSzPts val="12000"/>
              <a:buFont typeface="Archivo Light"/>
              <a:buNone/>
              <a:defRPr sz="12000">
                <a:solidFill>
                  <a:schemeClr val="dk1"/>
                </a:solidFill>
                <a:latin typeface="Archivo Light"/>
                <a:ea typeface="Archivo Light"/>
                <a:cs typeface="Archivo Light"/>
                <a:sym typeface="Archivo Light"/>
              </a:defRPr>
            </a:lvl2pPr>
            <a:lvl3pPr lvl="2">
              <a:spcBef>
                <a:spcPts val="0"/>
              </a:spcBef>
              <a:spcAft>
                <a:spcPts val="0"/>
              </a:spcAft>
              <a:buClr>
                <a:schemeClr val="dk1"/>
              </a:buClr>
              <a:buSzPts val="12000"/>
              <a:buFont typeface="Archivo Light"/>
              <a:buNone/>
              <a:defRPr sz="12000">
                <a:solidFill>
                  <a:schemeClr val="dk1"/>
                </a:solidFill>
                <a:latin typeface="Archivo Light"/>
                <a:ea typeface="Archivo Light"/>
                <a:cs typeface="Archivo Light"/>
                <a:sym typeface="Archivo Light"/>
              </a:defRPr>
            </a:lvl3pPr>
            <a:lvl4pPr lvl="3">
              <a:spcBef>
                <a:spcPts val="0"/>
              </a:spcBef>
              <a:spcAft>
                <a:spcPts val="0"/>
              </a:spcAft>
              <a:buClr>
                <a:schemeClr val="dk1"/>
              </a:buClr>
              <a:buSzPts val="12000"/>
              <a:buFont typeface="Archivo Light"/>
              <a:buNone/>
              <a:defRPr sz="12000">
                <a:solidFill>
                  <a:schemeClr val="dk1"/>
                </a:solidFill>
                <a:latin typeface="Archivo Light"/>
                <a:ea typeface="Archivo Light"/>
                <a:cs typeface="Archivo Light"/>
                <a:sym typeface="Archivo Light"/>
              </a:defRPr>
            </a:lvl4pPr>
            <a:lvl5pPr lvl="4">
              <a:spcBef>
                <a:spcPts val="0"/>
              </a:spcBef>
              <a:spcAft>
                <a:spcPts val="0"/>
              </a:spcAft>
              <a:buClr>
                <a:schemeClr val="dk1"/>
              </a:buClr>
              <a:buSzPts val="12000"/>
              <a:buFont typeface="Archivo Light"/>
              <a:buNone/>
              <a:defRPr sz="12000">
                <a:solidFill>
                  <a:schemeClr val="dk1"/>
                </a:solidFill>
                <a:latin typeface="Archivo Light"/>
                <a:ea typeface="Archivo Light"/>
                <a:cs typeface="Archivo Light"/>
                <a:sym typeface="Archivo Light"/>
              </a:defRPr>
            </a:lvl5pPr>
            <a:lvl6pPr lvl="5">
              <a:spcBef>
                <a:spcPts val="0"/>
              </a:spcBef>
              <a:spcAft>
                <a:spcPts val="0"/>
              </a:spcAft>
              <a:buClr>
                <a:schemeClr val="dk1"/>
              </a:buClr>
              <a:buSzPts val="12000"/>
              <a:buFont typeface="Archivo Light"/>
              <a:buNone/>
              <a:defRPr sz="12000">
                <a:solidFill>
                  <a:schemeClr val="dk1"/>
                </a:solidFill>
                <a:latin typeface="Archivo Light"/>
                <a:ea typeface="Archivo Light"/>
                <a:cs typeface="Archivo Light"/>
                <a:sym typeface="Archivo Light"/>
              </a:defRPr>
            </a:lvl6pPr>
            <a:lvl7pPr lvl="6">
              <a:spcBef>
                <a:spcPts val="0"/>
              </a:spcBef>
              <a:spcAft>
                <a:spcPts val="0"/>
              </a:spcAft>
              <a:buClr>
                <a:schemeClr val="dk1"/>
              </a:buClr>
              <a:buSzPts val="12000"/>
              <a:buFont typeface="Archivo Light"/>
              <a:buNone/>
              <a:defRPr sz="12000">
                <a:solidFill>
                  <a:schemeClr val="dk1"/>
                </a:solidFill>
                <a:latin typeface="Archivo Light"/>
                <a:ea typeface="Archivo Light"/>
                <a:cs typeface="Archivo Light"/>
                <a:sym typeface="Archivo Light"/>
              </a:defRPr>
            </a:lvl7pPr>
            <a:lvl8pPr lvl="7">
              <a:spcBef>
                <a:spcPts val="0"/>
              </a:spcBef>
              <a:spcAft>
                <a:spcPts val="0"/>
              </a:spcAft>
              <a:buClr>
                <a:schemeClr val="dk1"/>
              </a:buClr>
              <a:buSzPts val="12000"/>
              <a:buFont typeface="Archivo Light"/>
              <a:buNone/>
              <a:defRPr sz="12000">
                <a:solidFill>
                  <a:schemeClr val="dk1"/>
                </a:solidFill>
                <a:latin typeface="Archivo Light"/>
                <a:ea typeface="Archivo Light"/>
                <a:cs typeface="Archivo Light"/>
                <a:sym typeface="Archivo Light"/>
              </a:defRPr>
            </a:lvl8pPr>
            <a:lvl9pPr lvl="8">
              <a:spcBef>
                <a:spcPts val="0"/>
              </a:spcBef>
              <a:spcAft>
                <a:spcPts val="0"/>
              </a:spcAft>
              <a:buClr>
                <a:schemeClr val="dk1"/>
              </a:buClr>
              <a:buSzPts val="12000"/>
              <a:buFont typeface="Archivo Light"/>
              <a:buNone/>
              <a:defRPr sz="12000">
                <a:solidFill>
                  <a:schemeClr val="dk1"/>
                </a:solidFill>
                <a:latin typeface="Archivo Light"/>
                <a:ea typeface="Archivo Light"/>
                <a:cs typeface="Archivo Light"/>
                <a:sym typeface="Archivo Light"/>
              </a:defRPr>
            </a:lvl9pPr>
          </a:lstStyle>
          <a:p>
            <a:r>
              <a:t>xx%</a:t>
            </a:r>
          </a:p>
        </p:txBody>
      </p:sp>
      <p:sp>
        <p:nvSpPr>
          <p:cNvPr id="235" name="Google Shape;235;p18"/>
          <p:cNvSpPr txBox="1"/>
          <p:nvPr>
            <p:ph hasCustomPrompt="1" idx="9" type="title"/>
          </p:nvPr>
        </p:nvSpPr>
        <p:spPr>
          <a:xfrm>
            <a:off x="3597475" y="2127395"/>
            <a:ext cx="927600" cy="9123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5000"/>
              <a:buFont typeface="Archivo Light"/>
              <a:buChar char="●"/>
              <a:defRPr sz="5000">
                <a:latin typeface="Archivo Light"/>
                <a:ea typeface="Archivo Light"/>
                <a:cs typeface="Archivo Light"/>
                <a:sym typeface="Archivo Light"/>
              </a:defRPr>
            </a:lvl1pPr>
            <a:lvl2pPr lvl="1">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2pPr>
            <a:lvl3pPr lvl="2">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3pPr>
            <a:lvl4pPr lvl="3">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4pPr>
            <a:lvl5pPr lvl="4">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5pPr>
            <a:lvl6pPr lvl="5">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6pPr>
            <a:lvl7pPr lvl="6">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7pPr>
            <a:lvl8pPr lvl="7">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8pPr>
            <a:lvl9pPr lvl="8">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9pPr>
          </a:lstStyle>
          <a:p>
            <a:r>
              <a:t>xx%</a:t>
            </a:r>
          </a:p>
        </p:txBody>
      </p:sp>
      <p:sp>
        <p:nvSpPr>
          <p:cNvPr id="236" name="Google Shape;236;p18"/>
          <p:cNvSpPr txBox="1"/>
          <p:nvPr>
            <p:ph hasCustomPrompt="1" idx="13" type="title"/>
          </p:nvPr>
        </p:nvSpPr>
        <p:spPr>
          <a:xfrm>
            <a:off x="3597475" y="3591200"/>
            <a:ext cx="927600" cy="912300"/>
          </a:xfrm>
          <a:prstGeom prst="rect">
            <a:avLst/>
          </a:prstGeom>
        </p:spPr>
        <p:txBody>
          <a:bodyPr anchorCtr="0" anchor="b" bIns="91425" lIns="91425" spcFirstLastPara="1" rIns="91425" wrap="square" tIns="91425">
            <a:noAutofit/>
          </a:bodyPr>
          <a:lstStyle>
            <a:lvl1pPr lvl="0">
              <a:spcBef>
                <a:spcPts val="0"/>
              </a:spcBef>
              <a:spcAft>
                <a:spcPts val="0"/>
              </a:spcAft>
              <a:buClr>
                <a:schemeClr val="dk1"/>
              </a:buClr>
              <a:buSzPts val="5000"/>
              <a:buFont typeface="Archivo Light"/>
              <a:buChar char="●"/>
              <a:defRPr sz="5000">
                <a:latin typeface="Archivo Light"/>
                <a:ea typeface="Archivo Light"/>
                <a:cs typeface="Archivo Light"/>
                <a:sym typeface="Archivo Light"/>
              </a:defRPr>
            </a:lvl1pPr>
            <a:lvl2pPr lvl="1">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2pPr>
            <a:lvl3pPr lvl="2">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3pPr>
            <a:lvl4pPr lvl="3">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4pPr>
            <a:lvl5pPr lvl="4">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5pPr>
            <a:lvl6pPr lvl="5">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6pPr>
            <a:lvl7pPr lvl="6">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7pPr>
            <a:lvl8pPr lvl="7">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8pPr>
            <a:lvl9pPr lvl="8">
              <a:spcBef>
                <a:spcPts val="0"/>
              </a:spcBef>
              <a:spcAft>
                <a:spcPts val="0"/>
              </a:spcAft>
              <a:buClr>
                <a:schemeClr val="dk1"/>
              </a:buClr>
              <a:buSzPts val="12000"/>
              <a:buFont typeface="Archivo Light"/>
              <a:buChar char="■"/>
              <a:defRPr sz="12000">
                <a:solidFill>
                  <a:schemeClr val="dk1"/>
                </a:solidFill>
                <a:latin typeface="Archivo Light"/>
                <a:ea typeface="Archivo Light"/>
                <a:cs typeface="Archivo Light"/>
                <a:sym typeface="Archivo Light"/>
              </a:defRPr>
            </a:lvl9pPr>
          </a:lstStyle>
          <a:p>
            <a:r>
              <a:t>xx%</a:t>
            </a:r>
          </a:p>
        </p:txBody>
      </p:sp>
      <p:sp>
        <p:nvSpPr>
          <p:cNvPr id="237" name="Google Shape;237;p18"/>
          <p:cNvSpPr txBox="1"/>
          <p:nvPr>
            <p:ph idx="14" type="subTitle"/>
          </p:nvPr>
        </p:nvSpPr>
        <p:spPr>
          <a:xfrm>
            <a:off x="361975" y="539900"/>
            <a:ext cx="28503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4">
    <p:bg>
      <p:bgPr>
        <a:solidFill>
          <a:schemeClr val="lt1"/>
        </a:solidFill>
      </p:bgPr>
    </p:bg>
    <p:spTree>
      <p:nvGrpSpPr>
        <p:cNvPr id="238" name="Shape 238"/>
        <p:cNvGrpSpPr/>
        <p:nvPr/>
      </p:nvGrpSpPr>
      <p:grpSpPr>
        <a:xfrm>
          <a:off x="0" y="0"/>
          <a:ext cx="0" cy="0"/>
          <a:chOff x="0" y="0"/>
          <a:chExt cx="0" cy="0"/>
        </a:xfrm>
      </p:grpSpPr>
      <p:pic>
        <p:nvPicPr>
          <p:cNvPr id="239" name="Google Shape;239;p19"/>
          <p:cNvPicPr preferRelativeResize="0"/>
          <p:nvPr/>
        </p:nvPicPr>
        <p:blipFill>
          <a:blip r:embed="rId2">
            <a:alphaModFix/>
          </a:blip>
          <a:stretch>
            <a:fillRect/>
          </a:stretch>
        </p:blipFill>
        <p:spPr>
          <a:xfrm>
            <a:off x="0" y="0"/>
            <a:ext cx="9144000" cy="5143500"/>
          </a:xfrm>
          <a:prstGeom prst="rect">
            <a:avLst/>
          </a:prstGeom>
          <a:noFill/>
          <a:ln>
            <a:noFill/>
          </a:ln>
        </p:spPr>
      </p:pic>
      <p:sp>
        <p:nvSpPr>
          <p:cNvPr id="240" name="Google Shape;240;p19"/>
          <p:cNvSpPr/>
          <p:nvPr>
            <p:ph idx="2" type="pic"/>
          </p:nvPr>
        </p:nvSpPr>
        <p:spPr>
          <a:xfrm>
            <a:off x="6773700" y="1600350"/>
            <a:ext cx="2001300" cy="605100"/>
          </a:xfrm>
          <a:prstGeom prst="roundRect">
            <a:avLst>
              <a:gd fmla="val 27045" name="adj"/>
            </a:avLst>
          </a:prstGeom>
          <a:noFill/>
          <a:ln>
            <a:noFill/>
          </a:ln>
        </p:spPr>
      </p:sp>
      <p:sp>
        <p:nvSpPr>
          <p:cNvPr id="241" name="Google Shape;241;p19"/>
          <p:cNvSpPr/>
          <p:nvPr>
            <p:ph idx="3" type="pic"/>
          </p:nvPr>
        </p:nvSpPr>
        <p:spPr>
          <a:xfrm>
            <a:off x="4636725" y="1600350"/>
            <a:ext cx="2001300" cy="605100"/>
          </a:xfrm>
          <a:prstGeom prst="roundRect">
            <a:avLst>
              <a:gd fmla="val 25760" name="adj"/>
            </a:avLst>
          </a:prstGeom>
          <a:noFill/>
          <a:ln>
            <a:noFill/>
          </a:ln>
        </p:spPr>
      </p:sp>
      <p:sp>
        <p:nvSpPr>
          <p:cNvPr id="242" name="Google Shape;242;p19"/>
          <p:cNvSpPr/>
          <p:nvPr>
            <p:ph idx="4" type="pic"/>
          </p:nvPr>
        </p:nvSpPr>
        <p:spPr>
          <a:xfrm>
            <a:off x="2499750" y="1600350"/>
            <a:ext cx="2005200" cy="605100"/>
          </a:xfrm>
          <a:prstGeom prst="roundRect">
            <a:avLst>
              <a:gd fmla="val 25545" name="adj"/>
            </a:avLst>
          </a:prstGeom>
          <a:noFill/>
          <a:ln>
            <a:noFill/>
          </a:ln>
        </p:spPr>
      </p:sp>
      <p:sp>
        <p:nvSpPr>
          <p:cNvPr id="243" name="Google Shape;243;p19"/>
          <p:cNvSpPr/>
          <p:nvPr>
            <p:ph idx="5" type="pic"/>
          </p:nvPr>
        </p:nvSpPr>
        <p:spPr>
          <a:xfrm>
            <a:off x="361950" y="1600350"/>
            <a:ext cx="2001300" cy="605100"/>
          </a:xfrm>
          <a:prstGeom prst="roundRect">
            <a:avLst>
              <a:gd fmla="val 26529" name="adj"/>
            </a:avLst>
          </a:prstGeom>
          <a:noFill/>
          <a:ln>
            <a:noFill/>
          </a:ln>
        </p:spPr>
      </p:sp>
      <p:sp>
        <p:nvSpPr>
          <p:cNvPr id="244" name="Google Shape;244;p19"/>
          <p:cNvSpPr txBox="1"/>
          <p:nvPr>
            <p:ph type="title"/>
          </p:nvPr>
        </p:nvSpPr>
        <p:spPr>
          <a:xfrm>
            <a:off x="361975" y="1066100"/>
            <a:ext cx="6243300" cy="455100"/>
          </a:xfrm>
          <a:prstGeom prst="rect">
            <a:avLst/>
          </a:prstGeom>
        </p:spPr>
        <p:txBody>
          <a:bodyPr anchorCtr="0" anchor="t" bIns="137150" lIns="0" spcFirstLastPara="1" rIns="0" wrap="square" tIns="137150">
            <a:norm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SzPts val="1400"/>
              <a:buFont typeface="Archivo SemiBold"/>
              <a:buNone/>
              <a:defRPr>
                <a:latin typeface="Archivo SemiBold"/>
                <a:ea typeface="Archivo SemiBold"/>
                <a:cs typeface="Archivo SemiBold"/>
                <a:sym typeface="Archivo SemiBold"/>
              </a:defRPr>
            </a:lvl2pPr>
            <a:lvl3pPr lvl="2">
              <a:spcBef>
                <a:spcPts val="0"/>
              </a:spcBef>
              <a:spcAft>
                <a:spcPts val="0"/>
              </a:spcAft>
              <a:buSzPts val="1400"/>
              <a:buFont typeface="Archivo SemiBold"/>
              <a:buNone/>
              <a:defRPr>
                <a:latin typeface="Archivo SemiBold"/>
                <a:ea typeface="Archivo SemiBold"/>
                <a:cs typeface="Archivo SemiBold"/>
                <a:sym typeface="Archivo SemiBold"/>
              </a:defRPr>
            </a:lvl3pPr>
            <a:lvl4pPr lvl="3">
              <a:spcBef>
                <a:spcPts val="0"/>
              </a:spcBef>
              <a:spcAft>
                <a:spcPts val="0"/>
              </a:spcAft>
              <a:buSzPts val="1400"/>
              <a:buFont typeface="Archivo SemiBold"/>
              <a:buNone/>
              <a:defRPr>
                <a:latin typeface="Archivo SemiBold"/>
                <a:ea typeface="Archivo SemiBold"/>
                <a:cs typeface="Archivo SemiBold"/>
                <a:sym typeface="Archivo SemiBold"/>
              </a:defRPr>
            </a:lvl4pPr>
            <a:lvl5pPr lvl="4">
              <a:spcBef>
                <a:spcPts val="0"/>
              </a:spcBef>
              <a:spcAft>
                <a:spcPts val="0"/>
              </a:spcAft>
              <a:buSzPts val="1400"/>
              <a:buFont typeface="Archivo SemiBold"/>
              <a:buNone/>
              <a:defRPr>
                <a:latin typeface="Archivo SemiBold"/>
                <a:ea typeface="Archivo SemiBold"/>
                <a:cs typeface="Archivo SemiBold"/>
                <a:sym typeface="Archivo SemiBold"/>
              </a:defRPr>
            </a:lvl5pPr>
            <a:lvl6pPr lvl="5">
              <a:spcBef>
                <a:spcPts val="0"/>
              </a:spcBef>
              <a:spcAft>
                <a:spcPts val="0"/>
              </a:spcAft>
              <a:buSzPts val="1400"/>
              <a:buFont typeface="Archivo SemiBold"/>
              <a:buNone/>
              <a:defRPr>
                <a:latin typeface="Archivo SemiBold"/>
                <a:ea typeface="Archivo SemiBold"/>
                <a:cs typeface="Archivo SemiBold"/>
                <a:sym typeface="Archivo SemiBold"/>
              </a:defRPr>
            </a:lvl6pPr>
            <a:lvl7pPr lvl="6">
              <a:spcBef>
                <a:spcPts val="0"/>
              </a:spcBef>
              <a:spcAft>
                <a:spcPts val="0"/>
              </a:spcAft>
              <a:buSzPts val="1400"/>
              <a:buFont typeface="Archivo SemiBold"/>
              <a:buNone/>
              <a:defRPr>
                <a:latin typeface="Archivo SemiBold"/>
                <a:ea typeface="Archivo SemiBold"/>
                <a:cs typeface="Archivo SemiBold"/>
                <a:sym typeface="Archivo SemiBold"/>
              </a:defRPr>
            </a:lvl7pPr>
            <a:lvl8pPr lvl="7">
              <a:spcBef>
                <a:spcPts val="0"/>
              </a:spcBef>
              <a:spcAft>
                <a:spcPts val="0"/>
              </a:spcAft>
              <a:buSzPts val="1400"/>
              <a:buFont typeface="Archivo SemiBold"/>
              <a:buNone/>
              <a:defRPr>
                <a:latin typeface="Archivo SemiBold"/>
                <a:ea typeface="Archivo SemiBold"/>
                <a:cs typeface="Archivo SemiBold"/>
                <a:sym typeface="Archivo SemiBold"/>
              </a:defRPr>
            </a:lvl8pPr>
            <a:lvl9pPr lvl="8">
              <a:spcBef>
                <a:spcPts val="0"/>
              </a:spcBef>
              <a:spcAft>
                <a:spcPts val="0"/>
              </a:spcAft>
              <a:buSzPts val="1400"/>
              <a:buFont typeface="Archivo SemiBold"/>
              <a:buNone/>
              <a:defRPr>
                <a:latin typeface="Archivo SemiBold"/>
                <a:ea typeface="Archivo SemiBold"/>
                <a:cs typeface="Archivo SemiBold"/>
                <a:sym typeface="Archivo SemiBold"/>
              </a:defRPr>
            </a:lvl9pPr>
          </a:lstStyle>
          <a:p/>
        </p:txBody>
      </p:sp>
      <p:sp>
        <p:nvSpPr>
          <p:cNvPr id="245" name="Google Shape;245;p19"/>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1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247" name="Google Shape;247;p19"/>
          <p:cNvSpPr txBox="1"/>
          <p:nvPr>
            <p:ph idx="6" type="subTitle"/>
          </p:nvPr>
        </p:nvSpPr>
        <p:spPr>
          <a:xfrm>
            <a:off x="528567" y="2459450"/>
            <a:ext cx="1654500" cy="20919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48" name="Google Shape;248;p19"/>
          <p:cNvSpPr txBox="1"/>
          <p:nvPr>
            <p:ph idx="7" type="subTitle"/>
          </p:nvPr>
        </p:nvSpPr>
        <p:spPr>
          <a:xfrm>
            <a:off x="2664436" y="2459450"/>
            <a:ext cx="1654500" cy="20919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49" name="Google Shape;249;p19"/>
          <p:cNvSpPr txBox="1"/>
          <p:nvPr>
            <p:ph idx="8" type="subTitle"/>
          </p:nvPr>
        </p:nvSpPr>
        <p:spPr>
          <a:xfrm>
            <a:off x="4803102" y="2459450"/>
            <a:ext cx="1654500" cy="20919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50" name="Google Shape;250;p19"/>
          <p:cNvSpPr txBox="1"/>
          <p:nvPr>
            <p:ph idx="9" type="subTitle"/>
          </p:nvPr>
        </p:nvSpPr>
        <p:spPr>
          <a:xfrm>
            <a:off x="6938513" y="2459450"/>
            <a:ext cx="1654500" cy="20919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51" name="Google Shape;251;p19"/>
          <p:cNvSpPr txBox="1"/>
          <p:nvPr>
            <p:ph idx="13"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CUSTOM_13">
    <p:spTree>
      <p:nvGrpSpPr>
        <p:cNvPr id="252" name="Shape 252"/>
        <p:cNvGrpSpPr/>
        <p:nvPr/>
      </p:nvGrpSpPr>
      <p:grpSpPr>
        <a:xfrm>
          <a:off x="0" y="0"/>
          <a:ext cx="0" cy="0"/>
          <a:chOff x="0" y="0"/>
          <a:chExt cx="0" cy="0"/>
        </a:xfrm>
      </p:grpSpPr>
      <p:pic>
        <p:nvPicPr>
          <p:cNvPr id="253" name="Google Shape;253;p20"/>
          <p:cNvPicPr preferRelativeResize="0"/>
          <p:nvPr/>
        </p:nvPicPr>
        <p:blipFill>
          <a:blip r:embed="rId2">
            <a:alphaModFix/>
          </a:blip>
          <a:stretch>
            <a:fillRect/>
          </a:stretch>
        </p:blipFill>
        <p:spPr>
          <a:xfrm>
            <a:off x="0" y="0"/>
            <a:ext cx="9144000" cy="5143500"/>
          </a:xfrm>
          <a:prstGeom prst="rect">
            <a:avLst/>
          </a:prstGeom>
          <a:noFill/>
          <a:ln>
            <a:noFill/>
          </a:ln>
        </p:spPr>
      </p:pic>
      <p:sp>
        <p:nvSpPr>
          <p:cNvPr id="254" name="Google Shape;254;p20"/>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255" name="Google Shape;255;p2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256" name="Google Shape;256;p20"/>
          <p:cNvSpPr txBox="1"/>
          <p:nvPr>
            <p:ph idx="2" type="subTitle"/>
          </p:nvPr>
        </p:nvSpPr>
        <p:spPr>
          <a:xfrm>
            <a:off x="494689" y="1960052"/>
            <a:ext cx="1319700" cy="314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57" name="Google Shape;257;p20"/>
          <p:cNvSpPr txBox="1"/>
          <p:nvPr>
            <p:ph idx="3" type="body"/>
          </p:nvPr>
        </p:nvSpPr>
        <p:spPr>
          <a:xfrm>
            <a:off x="494689" y="2274201"/>
            <a:ext cx="1319700" cy="2345100"/>
          </a:xfrm>
          <a:prstGeom prst="rect">
            <a:avLst/>
          </a:prstGeom>
        </p:spPr>
        <p:txBody>
          <a:bodyPr anchorCtr="0" anchor="t" bIns="137150" lIns="0" spcFirstLastPara="1" rIns="0" wrap="square" tIns="13715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58" name="Google Shape;258;p20"/>
          <p:cNvSpPr txBox="1"/>
          <p:nvPr>
            <p:ph idx="4" type="subTitle"/>
          </p:nvPr>
        </p:nvSpPr>
        <p:spPr>
          <a:xfrm>
            <a:off x="2203520" y="1960052"/>
            <a:ext cx="1319700" cy="314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59" name="Google Shape;259;p20"/>
          <p:cNvSpPr txBox="1"/>
          <p:nvPr>
            <p:ph idx="5" type="body"/>
          </p:nvPr>
        </p:nvSpPr>
        <p:spPr>
          <a:xfrm>
            <a:off x="2203520" y="2274201"/>
            <a:ext cx="1319700" cy="2345100"/>
          </a:xfrm>
          <a:prstGeom prst="rect">
            <a:avLst/>
          </a:prstGeom>
        </p:spPr>
        <p:txBody>
          <a:bodyPr anchorCtr="0" anchor="t" bIns="137150" lIns="0" spcFirstLastPara="1" rIns="0" wrap="square" tIns="13715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60" name="Google Shape;260;p20"/>
          <p:cNvSpPr txBox="1"/>
          <p:nvPr>
            <p:ph idx="6" type="subTitle"/>
          </p:nvPr>
        </p:nvSpPr>
        <p:spPr>
          <a:xfrm>
            <a:off x="3912390" y="1960052"/>
            <a:ext cx="1319700" cy="314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61" name="Google Shape;261;p20"/>
          <p:cNvSpPr txBox="1"/>
          <p:nvPr>
            <p:ph idx="7" type="body"/>
          </p:nvPr>
        </p:nvSpPr>
        <p:spPr>
          <a:xfrm>
            <a:off x="3912390" y="2274201"/>
            <a:ext cx="1319700" cy="2345100"/>
          </a:xfrm>
          <a:prstGeom prst="rect">
            <a:avLst/>
          </a:prstGeom>
        </p:spPr>
        <p:txBody>
          <a:bodyPr anchorCtr="0" anchor="t" bIns="137150" lIns="0" spcFirstLastPara="1" rIns="0" wrap="square" tIns="13715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62" name="Google Shape;262;p20"/>
          <p:cNvSpPr txBox="1"/>
          <p:nvPr>
            <p:ph idx="8" type="subTitle"/>
          </p:nvPr>
        </p:nvSpPr>
        <p:spPr>
          <a:xfrm>
            <a:off x="5621020" y="1960052"/>
            <a:ext cx="1319700" cy="314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63" name="Google Shape;263;p20"/>
          <p:cNvSpPr txBox="1"/>
          <p:nvPr>
            <p:ph idx="9" type="body"/>
          </p:nvPr>
        </p:nvSpPr>
        <p:spPr>
          <a:xfrm>
            <a:off x="5621020" y="2274201"/>
            <a:ext cx="1319700" cy="2345100"/>
          </a:xfrm>
          <a:prstGeom prst="rect">
            <a:avLst/>
          </a:prstGeom>
        </p:spPr>
        <p:txBody>
          <a:bodyPr anchorCtr="0" anchor="t" bIns="137150" lIns="0" spcFirstLastPara="1" rIns="0" wrap="square" tIns="13715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64" name="Google Shape;264;p20"/>
          <p:cNvSpPr txBox="1"/>
          <p:nvPr>
            <p:ph idx="13" type="subTitle"/>
          </p:nvPr>
        </p:nvSpPr>
        <p:spPr>
          <a:xfrm>
            <a:off x="7329172" y="1960052"/>
            <a:ext cx="1319700" cy="314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000"/>
              <a:buFont typeface="Archivo SemiBold"/>
              <a:buNone/>
              <a:defRPr sz="1000">
                <a:solidFill>
                  <a:schemeClr val="dk1"/>
                </a:solidFill>
                <a:latin typeface="Archivo SemiBold"/>
                <a:ea typeface="Archivo SemiBold"/>
                <a:cs typeface="Archivo SemiBold"/>
                <a:sym typeface="Archivo SemiBold"/>
              </a:defRPr>
            </a:lvl9pPr>
          </a:lstStyle>
          <a:p/>
        </p:txBody>
      </p:sp>
      <p:sp>
        <p:nvSpPr>
          <p:cNvPr id="265" name="Google Shape;265;p20"/>
          <p:cNvSpPr txBox="1"/>
          <p:nvPr>
            <p:ph idx="14" type="body"/>
          </p:nvPr>
        </p:nvSpPr>
        <p:spPr>
          <a:xfrm>
            <a:off x="7329172" y="2274201"/>
            <a:ext cx="1319700" cy="2345100"/>
          </a:xfrm>
          <a:prstGeom prst="rect">
            <a:avLst/>
          </a:prstGeom>
        </p:spPr>
        <p:txBody>
          <a:bodyPr anchorCtr="0" anchor="t" bIns="137150" lIns="0" spcFirstLastPara="1" rIns="0" wrap="square" tIns="13715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66" name="Google Shape;266;p20"/>
          <p:cNvSpPr txBox="1"/>
          <p:nvPr>
            <p:ph type="title"/>
          </p:nvPr>
        </p:nvSpPr>
        <p:spPr>
          <a:xfrm>
            <a:off x="357700" y="1066100"/>
            <a:ext cx="6243300" cy="455100"/>
          </a:xfrm>
          <a:prstGeom prst="rect">
            <a:avLst/>
          </a:prstGeom>
        </p:spPr>
        <p:txBody>
          <a:bodyPr anchorCtr="0" anchor="t" bIns="137150" lIns="0" spcFirstLastPara="1" rIns="0" wrap="square" tIns="137150">
            <a:normAutofit/>
          </a:bodyPr>
          <a:lstStyle>
            <a:lvl1pPr lvl="0">
              <a:spcBef>
                <a:spcPts val="0"/>
              </a:spcBef>
              <a:spcAft>
                <a:spcPts val="0"/>
              </a:spcAft>
              <a:buClr>
                <a:schemeClr val="dk1"/>
              </a:buClr>
              <a:buSzPts val="1000"/>
              <a:buFont typeface="Archivo SemiBold"/>
              <a:buNone/>
              <a:defRPr sz="1000">
                <a:latin typeface="Archivo SemiBold"/>
                <a:ea typeface="Archivo SemiBold"/>
                <a:cs typeface="Archivo SemiBold"/>
                <a:sym typeface="Archivo SemiBold"/>
              </a:defRPr>
            </a:lvl1pPr>
            <a:lvl2pPr lvl="1">
              <a:spcBef>
                <a:spcPts val="0"/>
              </a:spcBef>
              <a:spcAft>
                <a:spcPts val="0"/>
              </a:spcAft>
              <a:buSzPts val="1400"/>
              <a:buFont typeface="Archivo SemiBold"/>
              <a:buNone/>
              <a:defRPr>
                <a:latin typeface="Archivo SemiBold"/>
                <a:ea typeface="Archivo SemiBold"/>
                <a:cs typeface="Archivo SemiBold"/>
                <a:sym typeface="Archivo SemiBold"/>
              </a:defRPr>
            </a:lvl2pPr>
            <a:lvl3pPr lvl="2">
              <a:spcBef>
                <a:spcPts val="0"/>
              </a:spcBef>
              <a:spcAft>
                <a:spcPts val="0"/>
              </a:spcAft>
              <a:buSzPts val="1400"/>
              <a:buFont typeface="Archivo SemiBold"/>
              <a:buNone/>
              <a:defRPr>
                <a:latin typeface="Archivo SemiBold"/>
                <a:ea typeface="Archivo SemiBold"/>
                <a:cs typeface="Archivo SemiBold"/>
                <a:sym typeface="Archivo SemiBold"/>
              </a:defRPr>
            </a:lvl3pPr>
            <a:lvl4pPr lvl="3">
              <a:spcBef>
                <a:spcPts val="0"/>
              </a:spcBef>
              <a:spcAft>
                <a:spcPts val="0"/>
              </a:spcAft>
              <a:buSzPts val="1400"/>
              <a:buFont typeface="Archivo SemiBold"/>
              <a:buNone/>
              <a:defRPr>
                <a:latin typeface="Archivo SemiBold"/>
                <a:ea typeface="Archivo SemiBold"/>
                <a:cs typeface="Archivo SemiBold"/>
                <a:sym typeface="Archivo SemiBold"/>
              </a:defRPr>
            </a:lvl4pPr>
            <a:lvl5pPr lvl="4">
              <a:spcBef>
                <a:spcPts val="0"/>
              </a:spcBef>
              <a:spcAft>
                <a:spcPts val="0"/>
              </a:spcAft>
              <a:buSzPts val="1400"/>
              <a:buFont typeface="Archivo SemiBold"/>
              <a:buNone/>
              <a:defRPr>
                <a:latin typeface="Archivo SemiBold"/>
                <a:ea typeface="Archivo SemiBold"/>
                <a:cs typeface="Archivo SemiBold"/>
                <a:sym typeface="Archivo SemiBold"/>
              </a:defRPr>
            </a:lvl5pPr>
            <a:lvl6pPr lvl="5">
              <a:spcBef>
                <a:spcPts val="0"/>
              </a:spcBef>
              <a:spcAft>
                <a:spcPts val="0"/>
              </a:spcAft>
              <a:buSzPts val="1400"/>
              <a:buFont typeface="Archivo SemiBold"/>
              <a:buNone/>
              <a:defRPr>
                <a:latin typeface="Archivo SemiBold"/>
                <a:ea typeface="Archivo SemiBold"/>
                <a:cs typeface="Archivo SemiBold"/>
                <a:sym typeface="Archivo SemiBold"/>
              </a:defRPr>
            </a:lvl6pPr>
            <a:lvl7pPr lvl="6">
              <a:spcBef>
                <a:spcPts val="0"/>
              </a:spcBef>
              <a:spcAft>
                <a:spcPts val="0"/>
              </a:spcAft>
              <a:buSzPts val="1400"/>
              <a:buFont typeface="Archivo SemiBold"/>
              <a:buNone/>
              <a:defRPr>
                <a:latin typeface="Archivo SemiBold"/>
                <a:ea typeface="Archivo SemiBold"/>
                <a:cs typeface="Archivo SemiBold"/>
                <a:sym typeface="Archivo SemiBold"/>
              </a:defRPr>
            </a:lvl7pPr>
            <a:lvl8pPr lvl="7">
              <a:spcBef>
                <a:spcPts val="0"/>
              </a:spcBef>
              <a:spcAft>
                <a:spcPts val="0"/>
              </a:spcAft>
              <a:buSzPts val="1400"/>
              <a:buFont typeface="Archivo SemiBold"/>
              <a:buNone/>
              <a:defRPr>
                <a:latin typeface="Archivo SemiBold"/>
                <a:ea typeface="Archivo SemiBold"/>
                <a:cs typeface="Archivo SemiBold"/>
                <a:sym typeface="Archivo SemiBold"/>
              </a:defRPr>
            </a:lvl8pPr>
            <a:lvl9pPr lvl="8">
              <a:spcBef>
                <a:spcPts val="0"/>
              </a:spcBef>
              <a:spcAft>
                <a:spcPts val="0"/>
              </a:spcAft>
              <a:buSzPts val="1400"/>
              <a:buFont typeface="Archivo SemiBold"/>
              <a:buNone/>
              <a:defRPr>
                <a:latin typeface="Archivo SemiBold"/>
                <a:ea typeface="Archivo SemiBold"/>
                <a:cs typeface="Archivo SemiBold"/>
                <a:sym typeface="Archivo SemiBold"/>
              </a:defRPr>
            </a:lvl9pPr>
          </a:lstStyle>
          <a:p/>
        </p:txBody>
      </p:sp>
      <p:sp>
        <p:nvSpPr>
          <p:cNvPr id="267" name="Google Shape;267;p20"/>
          <p:cNvSpPr txBox="1"/>
          <p:nvPr>
            <p:ph idx="15"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7_1_1_1_1_1_1_1_1_1_1_1_1_1_1_1_1_1_1_1_1">
    <p:bg>
      <p:bgPr>
        <a:solidFill>
          <a:schemeClr val="dk1"/>
        </a:solidFill>
      </p:bgPr>
    </p:bg>
    <p:spTree>
      <p:nvGrpSpPr>
        <p:cNvPr id="268" name="Shape 268"/>
        <p:cNvGrpSpPr/>
        <p:nvPr/>
      </p:nvGrpSpPr>
      <p:grpSpPr>
        <a:xfrm>
          <a:off x="0" y="0"/>
          <a:ext cx="0" cy="0"/>
          <a:chOff x="0" y="0"/>
          <a:chExt cx="0" cy="0"/>
        </a:xfrm>
      </p:grpSpPr>
      <p:pic>
        <p:nvPicPr>
          <p:cNvPr id="269" name="Google Shape;269;p21"/>
          <p:cNvPicPr preferRelativeResize="0"/>
          <p:nvPr/>
        </p:nvPicPr>
        <p:blipFill>
          <a:blip r:embed="rId2">
            <a:alphaModFix/>
          </a:blip>
          <a:stretch>
            <a:fillRect/>
          </a:stretch>
        </p:blipFill>
        <p:spPr>
          <a:xfrm>
            <a:off x="0" y="-1"/>
            <a:ext cx="9144000" cy="5143500"/>
          </a:xfrm>
          <a:prstGeom prst="rect">
            <a:avLst/>
          </a:prstGeom>
          <a:noFill/>
          <a:ln>
            <a:noFill/>
          </a:ln>
        </p:spPr>
      </p:pic>
      <p:sp>
        <p:nvSpPr>
          <p:cNvPr id="270" name="Google Shape;270;p21"/>
          <p:cNvSpPr txBox="1"/>
          <p:nvPr>
            <p:ph type="title"/>
          </p:nvPr>
        </p:nvSpPr>
        <p:spPr>
          <a:xfrm>
            <a:off x="361975" y="555540"/>
            <a:ext cx="8414700" cy="2778300"/>
          </a:xfrm>
          <a:prstGeom prst="rect">
            <a:avLst/>
          </a:prstGeom>
        </p:spPr>
        <p:txBody>
          <a:bodyPr anchorCtr="0" anchor="t" bIns="0" lIns="0" spcFirstLastPara="1" rIns="0" wrap="square" tIns="0">
            <a:normAutofit/>
          </a:bodyPr>
          <a:lstStyle>
            <a:lvl1pPr lvl="0">
              <a:spcBef>
                <a:spcPts val="0"/>
              </a:spcBef>
              <a:spcAft>
                <a:spcPts val="0"/>
              </a:spcAft>
              <a:buNone/>
              <a:defRPr sz="2000"/>
            </a:lvl1pPr>
            <a:lvl2pPr lvl="1">
              <a:spcBef>
                <a:spcPts val="1000"/>
              </a:spcBef>
              <a:spcAft>
                <a:spcPts val="0"/>
              </a:spcAft>
              <a:buNone/>
              <a:defRPr sz="2000"/>
            </a:lvl2pPr>
            <a:lvl3pPr lvl="2">
              <a:spcBef>
                <a:spcPts val="1000"/>
              </a:spcBef>
              <a:spcAft>
                <a:spcPts val="0"/>
              </a:spcAft>
              <a:buNone/>
              <a:defRPr sz="2000"/>
            </a:lvl3pPr>
            <a:lvl4pPr lvl="3">
              <a:spcBef>
                <a:spcPts val="1000"/>
              </a:spcBef>
              <a:spcAft>
                <a:spcPts val="0"/>
              </a:spcAft>
              <a:buNone/>
              <a:defRPr sz="2000"/>
            </a:lvl4pPr>
            <a:lvl5pPr lvl="4">
              <a:spcBef>
                <a:spcPts val="1000"/>
              </a:spcBef>
              <a:spcAft>
                <a:spcPts val="0"/>
              </a:spcAft>
              <a:buNone/>
              <a:defRPr sz="2000"/>
            </a:lvl5pPr>
            <a:lvl6pPr lvl="5">
              <a:spcBef>
                <a:spcPts val="1000"/>
              </a:spcBef>
              <a:spcAft>
                <a:spcPts val="0"/>
              </a:spcAft>
              <a:buNone/>
              <a:defRPr sz="2000"/>
            </a:lvl6pPr>
            <a:lvl7pPr lvl="6">
              <a:spcBef>
                <a:spcPts val="1000"/>
              </a:spcBef>
              <a:spcAft>
                <a:spcPts val="0"/>
              </a:spcAft>
              <a:buNone/>
              <a:defRPr sz="2000"/>
            </a:lvl7pPr>
            <a:lvl8pPr lvl="7">
              <a:spcBef>
                <a:spcPts val="1000"/>
              </a:spcBef>
              <a:spcAft>
                <a:spcPts val="0"/>
              </a:spcAft>
              <a:buNone/>
              <a:defRPr sz="2000"/>
            </a:lvl8pPr>
            <a:lvl9pPr lvl="8">
              <a:spcBef>
                <a:spcPts val="1000"/>
              </a:spcBef>
              <a:spcAft>
                <a:spcPts val="1000"/>
              </a:spcAft>
              <a:buNone/>
              <a:defRPr sz="2000"/>
            </a:lvl9pPr>
          </a:lstStyle>
          <a:p/>
        </p:txBody>
      </p:sp>
      <p:sp>
        <p:nvSpPr>
          <p:cNvPr id="271" name="Google Shape;271;p21"/>
          <p:cNvSpPr/>
          <p:nvPr>
            <p:ph idx="2" type="pic"/>
          </p:nvPr>
        </p:nvSpPr>
        <p:spPr>
          <a:xfrm>
            <a:off x="342975" y="3777050"/>
            <a:ext cx="1002900" cy="1002900"/>
          </a:xfrm>
          <a:prstGeom prst="ellipse">
            <a:avLst/>
          </a:prstGeom>
          <a:noFill/>
          <a:ln>
            <a:noFill/>
          </a:ln>
        </p:spPr>
      </p:sp>
      <p:sp>
        <p:nvSpPr>
          <p:cNvPr id="272" name="Google Shape;272;p21"/>
          <p:cNvSpPr txBox="1"/>
          <p:nvPr>
            <p:ph idx="1" type="subTitle"/>
          </p:nvPr>
        </p:nvSpPr>
        <p:spPr>
          <a:xfrm>
            <a:off x="1345875" y="3958400"/>
            <a:ext cx="4017600" cy="320100"/>
          </a:xfrm>
          <a:prstGeom prst="rect">
            <a:avLst/>
          </a:prstGeom>
        </p:spPr>
        <p:txBody>
          <a:bodyPr anchorCtr="0" anchor="ctr" bIns="0" lIns="137150" spcFirstLastPara="1" rIns="274300" wrap="square" tIns="0">
            <a:normAutofit/>
          </a:bodyPr>
          <a:lstStyle>
            <a:lvl1pPr lvl="0">
              <a:spcBef>
                <a:spcPts val="0"/>
              </a:spcBef>
              <a:spcAft>
                <a:spcPts val="0"/>
              </a:spcAft>
              <a:buClr>
                <a:schemeClr val="dk1"/>
              </a:buClr>
              <a:buSzPts val="1200"/>
              <a:buFont typeface="Archivo SemiBold"/>
              <a:buNone/>
              <a:defRPr sz="1200">
                <a:latin typeface="Archivo SemiBold"/>
                <a:ea typeface="Archivo SemiBold"/>
                <a:cs typeface="Archivo SemiBold"/>
                <a:sym typeface="Archivo SemiBold"/>
              </a:defRPr>
            </a:lvl1pPr>
            <a:lvl2pPr lvl="1">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9pPr>
          </a:lstStyle>
          <a:p/>
        </p:txBody>
      </p:sp>
      <p:sp>
        <p:nvSpPr>
          <p:cNvPr id="273" name="Google Shape;273;p21"/>
          <p:cNvSpPr txBox="1"/>
          <p:nvPr>
            <p:ph idx="3" type="subTitle"/>
          </p:nvPr>
        </p:nvSpPr>
        <p:spPr>
          <a:xfrm>
            <a:off x="1345875" y="4278500"/>
            <a:ext cx="4017600" cy="320100"/>
          </a:xfrm>
          <a:prstGeom prst="rect">
            <a:avLst/>
          </a:prstGeom>
        </p:spPr>
        <p:txBody>
          <a:bodyPr anchorCtr="0" anchor="ctr" bIns="0" lIns="137150" spcFirstLastPara="1" rIns="274300" wrap="square" tIns="0">
            <a:normAutofit/>
          </a:bodyPr>
          <a:lstStyle>
            <a:lvl1pPr lvl="0">
              <a:spcBef>
                <a:spcPts val="0"/>
              </a:spcBef>
              <a:spcAft>
                <a:spcPts val="0"/>
              </a:spcAft>
              <a:buClr>
                <a:schemeClr val="dk1"/>
              </a:buClr>
              <a:buSzPts val="1200"/>
              <a:buFont typeface="Archivo"/>
              <a:buNone/>
              <a:defRPr sz="1200"/>
            </a:lvl1pPr>
            <a:lvl2pPr lvl="1">
              <a:spcBef>
                <a:spcPts val="0"/>
              </a:spcBef>
              <a:spcAft>
                <a:spcPts val="0"/>
              </a:spcAft>
              <a:buClr>
                <a:schemeClr val="dk1"/>
              </a:buClr>
              <a:buSzPts val="1200"/>
              <a:buFont typeface="Archivo"/>
              <a:buNone/>
              <a:defRPr sz="1200">
                <a:solidFill>
                  <a:schemeClr val="dk1"/>
                </a:solidFill>
              </a:defRPr>
            </a:lvl2pPr>
            <a:lvl3pPr lvl="2">
              <a:spcBef>
                <a:spcPts val="0"/>
              </a:spcBef>
              <a:spcAft>
                <a:spcPts val="0"/>
              </a:spcAft>
              <a:buClr>
                <a:schemeClr val="dk1"/>
              </a:buClr>
              <a:buSzPts val="1200"/>
              <a:buFont typeface="Archivo"/>
              <a:buNone/>
              <a:defRPr sz="1200">
                <a:solidFill>
                  <a:schemeClr val="dk1"/>
                </a:solidFill>
              </a:defRPr>
            </a:lvl3pPr>
            <a:lvl4pPr lvl="3">
              <a:spcBef>
                <a:spcPts val="0"/>
              </a:spcBef>
              <a:spcAft>
                <a:spcPts val="0"/>
              </a:spcAft>
              <a:buClr>
                <a:schemeClr val="dk1"/>
              </a:buClr>
              <a:buSzPts val="1200"/>
              <a:buFont typeface="Archivo"/>
              <a:buNone/>
              <a:defRPr sz="1200">
                <a:solidFill>
                  <a:schemeClr val="dk1"/>
                </a:solidFill>
              </a:defRPr>
            </a:lvl4pPr>
            <a:lvl5pPr lvl="4">
              <a:spcBef>
                <a:spcPts val="0"/>
              </a:spcBef>
              <a:spcAft>
                <a:spcPts val="0"/>
              </a:spcAft>
              <a:buClr>
                <a:schemeClr val="dk1"/>
              </a:buClr>
              <a:buSzPts val="1200"/>
              <a:buFont typeface="Archivo"/>
              <a:buNone/>
              <a:defRPr sz="1200">
                <a:solidFill>
                  <a:schemeClr val="dk1"/>
                </a:solidFill>
              </a:defRPr>
            </a:lvl5pPr>
            <a:lvl6pPr lvl="5">
              <a:spcBef>
                <a:spcPts val="0"/>
              </a:spcBef>
              <a:spcAft>
                <a:spcPts val="0"/>
              </a:spcAft>
              <a:buClr>
                <a:schemeClr val="dk1"/>
              </a:buClr>
              <a:buSzPts val="1200"/>
              <a:buFont typeface="Archivo"/>
              <a:buNone/>
              <a:defRPr sz="1200">
                <a:solidFill>
                  <a:schemeClr val="dk1"/>
                </a:solidFill>
              </a:defRPr>
            </a:lvl6pPr>
            <a:lvl7pPr lvl="6">
              <a:spcBef>
                <a:spcPts val="0"/>
              </a:spcBef>
              <a:spcAft>
                <a:spcPts val="0"/>
              </a:spcAft>
              <a:buClr>
                <a:schemeClr val="dk1"/>
              </a:buClr>
              <a:buSzPts val="1200"/>
              <a:buFont typeface="Archivo"/>
              <a:buNone/>
              <a:defRPr sz="1200">
                <a:solidFill>
                  <a:schemeClr val="dk1"/>
                </a:solidFill>
              </a:defRPr>
            </a:lvl7pPr>
            <a:lvl8pPr lvl="7">
              <a:spcBef>
                <a:spcPts val="0"/>
              </a:spcBef>
              <a:spcAft>
                <a:spcPts val="0"/>
              </a:spcAft>
              <a:buClr>
                <a:schemeClr val="dk1"/>
              </a:buClr>
              <a:buSzPts val="1200"/>
              <a:buFont typeface="Archivo"/>
              <a:buNone/>
              <a:defRPr sz="1200">
                <a:solidFill>
                  <a:schemeClr val="dk1"/>
                </a:solidFill>
              </a:defRPr>
            </a:lvl8pPr>
            <a:lvl9pPr lvl="8">
              <a:spcBef>
                <a:spcPts val="0"/>
              </a:spcBef>
              <a:spcAft>
                <a:spcPts val="0"/>
              </a:spcAft>
              <a:buClr>
                <a:schemeClr val="dk1"/>
              </a:buClr>
              <a:buSzPts val="1200"/>
              <a:buFont typeface="Archivo"/>
              <a:buNone/>
              <a:defRPr sz="1200">
                <a:solidFill>
                  <a:schemeClr val="dk1"/>
                </a:solidFill>
              </a:defRPr>
            </a:lvl9pPr>
          </a:lstStyle>
          <a:p/>
        </p:txBody>
      </p:sp>
      <p:sp>
        <p:nvSpPr>
          <p:cNvPr id="274" name="Google Shape;274;p21"/>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275" name="Google Shape;275;p21"/>
          <p:cNvSpPr txBox="1"/>
          <p:nvPr>
            <p:ph idx="4"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1">
  <p:cSld name="CUSTOM_7_1_1_1_1_1_1_1_1_1_1_1_1_1_1_1_1_1_1_1_1_1">
    <p:bg>
      <p:bgPr>
        <a:solidFill>
          <a:schemeClr val="lt1"/>
        </a:solidFill>
      </p:bgPr>
    </p:bg>
    <p:spTree>
      <p:nvGrpSpPr>
        <p:cNvPr id="276" name="Shape 276"/>
        <p:cNvGrpSpPr/>
        <p:nvPr/>
      </p:nvGrpSpPr>
      <p:grpSpPr>
        <a:xfrm>
          <a:off x="0" y="0"/>
          <a:ext cx="0" cy="0"/>
          <a:chOff x="0" y="0"/>
          <a:chExt cx="0" cy="0"/>
        </a:xfrm>
      </p:grpSpPr>
      <p:pic>
        <p:nvPicPr>
          <p:cNvPr id="277" name="Google Shape;277;p22"/>
          <p:cNvPicPr preferRelativeResize="0"/>
          <p:nvPr/>
        </p:nvPicPr>
        <p:blipFill>
          <a:blip r:embed="rId2">
            <a:alphaModFix/>
          </a:blip>
          <a:stretch>
            <a:fillRect/>
          </a:stretch>
        </p:blipFill>
        <p:spPr>
          <a:xfrm>
            <a:off x="0" y="0"/>
            <a:ext cx="9144000" cy="5143500"/>
          </a:xfrm>
          <a:prstGeom prst="rect">
            <a:avLst/>
          </a:prstGeom>
          <a:noFill/>
          <a:ln>
            <a:noFill/>
          </a:ln>
        </p:spPr>
      </p:pic>
      <p:sp>
        <p:nvSpPr>
          <p:cNvPr id="278" name="Google Shape;278;p22"/>
          <p:cNvSpPr txBox="1"/>
          <p:nvPr>
            <p:ph idx="1" type="subTitle"/>
          </p:nvPr>
        </p:nvSpPr>
        <p:spPr>
          <a:xfrm>
            <a:off x="6080700" y="3770600"/>
            <a:ext cx="2486700" cy="3423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200"/>
              <a:buFont typeface="Archivo"/>
              <a:buNone/>
              <a:defRPr sz="1200"/>
            </a:lvl1pPr>
            <a:lvl2pPr lvl="1">
              <a:spcBef>
                <a:spcPts val="0"/>
              </a:spcBef>
              <a:spcAft>
                <a:spcPts val="0"/>
              </a:spcAft>
              <a:buClr>
                <a:schemeClr val="dk1"/>
              </a:buClr>
              <a:buSzPts val="1200"/>
              <a:buFont typeface="Archivo"/>
              <a:buNone/>
              <a:defRPr sz="1200">
                <a:solidFill>
                  <a:schemeClr val="dk1"/>
                </a:solidFill>
              </a:defRPr>
            </a:lvl2pPr>
            <a:lvl3pPr lvl="2">
              <a:spcBef>
                <a:spcPts val="0"/>
              </a:spcBef>
              <a:spcAft>
                <a:spcPts val="0"/>
              </a:spcAft>
              <a:buClr>
                <a:schemeClr val="dk1"/>
              </a:buClr>
              <a:buSzPts val="1200"/>
              <a:buFont typeface="Archivo"/>
              <a:buNone/>
              <a:defRPr sz="1200">
                <a:solidFill>
                  <a:schemeClr val="dk1"/>
                </a:solidFill>
              </a:defRPr>
            </a:lvl3pPr>
            <a:lvl4pPr lvl="3">
              <a:spcBef>
                <a:spcPts val="0"/>
              </a:spcBef>
              <a:spcAft>
                <a:spcPts val="0"/>
              </a:spcAft>
              <a:buClr>
                <a:schemeClr val="dk1"/>
              </a:buClr>
              <a:buSzPts val="1200"/>
              <a:buFont typeface="Archivo"/>
              <a:buNone/>
              <a:defRPr sz="1200">
                <a:solidFill>
                  <a:schemeClr val="dk1"/>
                </a:solidFill>
              </a:defRPr>
            </a:lvl4pPr>
            <a:lvl5pPr lvl="4">
              <a:spcBef>
                <a:spcPts val="0"/>
              </a:spcBef>
              <a:spcAft>
                <a:spcPts val="0"/>
              </a:spcAft>
              <a:buClr>
                <a:schemeClr val="dk1"/>
              </a:buClr>
              <a:buSzPts val="1200"/>
              <a:buFont typeface="Archivo"/>
              <a:buNone/>
              <a:defRPr sz="1200">
                <a:solidFill>
                  <a:schemeClr val="dk1"/>
                </a:solidFill>
              </a:defRPr>
            </a:lvl5pPr>
            <a:lvl6pPr lvl="5">
              <a:spcBef>
                <a:spcPts val="0"/>
              </a:spcBef>
              <a:spcAft>
                <a:spcPts val="0"/>
              </a:spcAft>
              <a:buClr>
                <a:schemeClr val="dk1"/>
              </a:buClr>
              <a:buSzPts val="1200"/>
              <a:buFont typeface="Archivo"/>
              <a:buNone/>
              <a:defRPr sz="1200">
                <a:solidFill>
                  <a:schemeClr val="dk1"/>
                </a:solidFill>
              </a:defRPr>
            </a:lvl6pPr>
            <a:lvl7pPr lvl="6">
              <a:spcBef>
                <a:spcPts val="0"/>
              </a:spcBef>
              <a:spcAft>
                <a:spcPts val="0"/>
              </a:spcAft>
              <a:buClr>
                <a:schemeClr val="dk1"/>
              </a:buClr>
              <a:buSzPts val="1200"/>
              <a:buFont typeface="Archivo"/>
              <a:buNone/>
              <a:defRPr sz="1200">
                <a:solidFill>
                  <a:schemeClr val="dk1"/>
                </a:solidFill>
              </a:defRPr>
            </a:lvl7pPr>
            <a:lvl8pPr lvl="7">
              <a:spcBef>
                <a:spcPts val="0"/>
              </a:spcBef>
              <a:spcAft>
                <a:spcPts val="0"/>
              </a:spcAft>
              <a:buClr>
                <a:schemeClr val="dk1"/>
              </a:buClr>
              <a:buSzPts val="1200"/>
              <a:buFont typeface="Archivo"/>
              <a:buNone/>
              <a:defRPr sz="1200">
                <a:solidFill>
                  <a:schemeClr val="dk1"/>
                </a:solidFill>
              </a:defRPr>
            </a:lvl8pPr>
            <a:lvl9pPr lvl="8">
              <a:spcBef>
                <a:spcPts val="0"/>
              </a:spcBef>
              <a:spcAft>
                <a:spcPts val="0"/>
              </a:spcAft>
              <a:buClr>
                <a:schemeClr val="dk1"/>
              </a:buClr>
              <a:buSzPts val="1200"/>
              <a:buFont typeface="Archivo"/>
              <a:buNone/>
              <a:defRPr sz="1200">
                <a:solidFill>
                  <a:schemeClr val="dk1"/>
                </a:solidFill>
              </a:defRPr>
            </a:lvl9pPr>
          </a:lstStyle>
          <a:p/>
        </p:txBody>
      </p:sp>
      <p:sp>
        <p:nvSpPr>
          <p:cNvPr id="279" name="Google Shape;279;p22"/>
          <p:cNvSpPr txBox="1"/>
          <p:nvPr>
            <p:ph type="title"/>
          </p:nvPr>
        </p:nvSpPr>
        <p:spPr>
          <a:xfrm>
            <a:off x="3502650" y="1350300"/>
            <a:ext cx="4882800" cy="2290500"/>
          </a:xfrm>
          <a:prstGeom prst="rect">
            <a:avLst/>
          </a:prstGeom>
        </p:spPr>
        <p:txBody>
          <a:bodyPr anchorCtr="0" anchor="t" bIns="91425" lIns="91425" spcFirstLastPara="1" rIns="91425" wrap="square" tIns="91425">
            <a:normAutofit/>
          </a:bodyPr>
          <a:lstStyle>
            <a:lvl1pPr lvl="0">
              <a:spcBef>
                <a:spcPts val="0"/>
              </a:spcBef>
              <a:spcAft>
                <a:spcPts val="0"/>
              </a:spcAft>
              <a:buNone/>
              <a:defRPr sz="2000"/>
            </a:lvl1pPr>
            <a:lvl2pPr lvl="1">
              <a:spcBef>
                <a:spcPts val="0"/>
              </a:spcBef>
              <a:spcAft>
                <a:spcPts val="0"/>
              </a:spcAft>
              <a:buNone/>
              <a:defRPr sz="2000"/>
            </a:lvl2pPr>
            <a:lvl3pPr lvl="2">
              <a:spcBef>
                <a:spcPts val="0"/>
              </a:spcBef>
              <a:spcAft>
                <a:spcPts val="0"/>
              </a:spcAft>
              <a:buNone/>
              <a:defRPr sz="2000"/>
            </a:lvl3pPr>
            <a:lvl4pPr lvl="3">
              <a:spcBef>
                <a:spcPts val="0"/>
              </a:spcBef>
              <a:spcAft>
                <a:spcPts val="0"/>
              </a:spcAft>
              <a:buNone/>
              <a:defRPr sz="2000"/>
            </a:lvl4pPr>
            <a:lvl5pPr lvl="4">
              <a:spcBef>
                <a:spcPts val="0"/>
              </a:spcBef>
              <a:spcAft>
                <a:spcPts val="0"/>
              </a:spcAft>
              <a:buNone/>
              <a:defRPr sz="2000"/>
            </a:lvl5pPr>
            <a:lvl6pPr lvl="5">
              <a:spcBef>
                <a:spcPts val="0"/>
              </a:spcBef>
              <a:spcAft>
                <a:spcPts val="0"/>
              </a:spcAft>
              <a:buNone/>
              <a:defRPr sz="2000"/>
            </a:lvl6pPr>
            <a:lvl7pPr lvl="6">
              <a:spcBef>
                <a:spcPts val="0"/>
              </a:spcBef>
              <a:spcAft>
                <a:spcPts val="0"/>
              </a:spcAft>
              <a:buNone/>
              <a:defRPr sz="2000"/>
            </a:lvl7pPr>
            <a:lvl8pPr lvl="7">
              <a:spcBef>
                <a:spcPts val="0"/>
              </a:spcBef>
              <a:spcAft>
                <a:spcPts val="0"/>
              </a:spcAft>
              <a:buNone/>
              <a:defRPr sz="2000"/>
            </a:lvl8pPr>
            <a:lvl9pPr lvl="8">
              <a:spcBef>
                <a:spcPts val="0"/>
              </a:spcBef>
              <a:spcAft>
                <a:spcPts val="0"/>
              </a:spcAft>
              <a:buNone/>
              <a:defRPr sz="2000"/>
            </a:lvl9pPr>
          </a:lstStyle>
          <a:p/>
        </p:txBody>
      </p:sp>
      <p:sp>
        <p:nvSpPr>
          <p:cNvPr id="280" name="Google Shape;280;p22"/>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281" name="Google Shape;281;p22"/>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282" name="Google Shape;282;p22"/>
          <p:cNvSpPr txBox="1"/>
          <p:nvPr>
            <p:ph idx="3" type="subTitle"/>
          </p:nvPr>
        </p:nvSpPr>
        <p:spPr>
          <a:xfrm>
            <a:off x="3502650" y="3770600"/>
            <a:ext cx="2486700" cy="342300"/>
          </a:xfrm>
          <a:prstGeom prst="rect">
            <a:avLst/>
          </a:prstGeom>
        </p:spPr>
        <p:txBody>
          <a:bodyPr anchorCtr="0" anchor="ctr" bIns="0" lIns="0" spcFirstLastPara="1" rIns="0" wrap="square" tIns="0">
            <a:normAutofit/>
          </a:bodyPr>
          <a:lstStyle>
            <a:lvl1pPr lvl="0">
              <a:spcBef>
                <a:spcPts val="0"/>
              </a:spcBef>
              <a:spcAft>
                <a:spcPts val="0"/>
              </a:spcAft>
              <a:buClr>
                <a:schemeClr val="dk1"/>
              </a:buClr>
              <a:buSzPts val="1200"/>
              <a:buFont typeface="Archivo SemiBold"/>
              <a:buNone/>
              <a:defRPr sz="1200">
                <a:latin typeface="Archivo SemiBold"/>
                <a:ea typeface="Archivo SemiBold"/>
                <a:cs typeface="Archivo SemiBold"/>
                <a:sym typeface="Archivo SemiBold"/>
              </a:defRPr>
            </a:lvl1pPr>
            <a:lvl2pPr lvl="1">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1200"/>
              <a:buFont typeface="Archivo SemiBold"/>
              <a:buNone/>
              <a:defRPr sz="1200">
                <a:solidFill>
                  <a:schemeClr val="dk1"/>
                </a:solidFill>
                <a:latin typeface="Archivo SemiBold"/>
                <a:ea typeface="Archivo SemiBold"/>
                <a:cs typeface="Archivo SemiBold"/>
                <a:sym typeface="Archivo SemiBold"/>
              </a:defRPr>
            </a:lvl9pPr>
          </a:lstStyle>
          <a:p/>
        </p:txBody>
      </p:sp>
      <p:sp>
        <p:nvSpPr>
          <p:cNvPr id="283" name="Google Shape;283;p22"/>
          <p:cNvSpPr/>
          <p:nvPr>
            <p:ph idx="4" type="pic"/>
          </p:nvPr>
        </p:nvSpPr>
        <p:spPr>
          <a:xfrm>
            <a:off x="361975" y="1215200"/>
            <a:ext cx="2920200" cy="2958300"/>
          </a:xfrm>
          <a:prstGeom prst="ellipse">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p:cSld name="CUSTOM_2">
    <p:bg>
      <p:bgPr>
        <a:solidFill>
          <a:schemeClr val="dk1"/>
        </a:solidFill>
      </p:bgPr>
    </p:bg>
    <p:spTree>
      <p:nvGrpSpPr>
        <p:cNvPr id="284" name="Shape 284"/>
        <p:cNvGrpSpPr/>
        <p:nvPr/>
      </p:nvGrpSpPr>
      <p:grpSpPr>
        <a:xfrm>
          <a:off x="0" y="0"/>
          <a:ext cx="0" cy="0"/>
          <a:chOff x="0" y="0"/>
          <a:chExt cx="0" cy="0"/>
        </a:xfrm>
      </p:grpSpPr>
      <p:pic>
        <p:nvPicPr>
          <p:cNvPr id="285" name="Google Shape;285;p23"/>
          <p:cNvPicPr preferRelativeResize="0"/>
          <p:nvPr/>
        </p:nvPicPr>
        <p:blipFill>
          <a:blip r:embed="rId2">
            <a:alphaModFix/>
          </a:blip>
          <a:stretch>
            <a:fillRect/>
          </a:stretch>
        </p:blipFill>
        <p:spPr>
          <a:xfrm>
            <a:off x="0" y="0"/>
            <a:ext cx="9144000" cy="5143500"/>
          </a:xfrm>
          <a:prstGeom prst="rect">
            <a:avLst/>
          </a:prstGeom>
          <a:noFill/>
          <a:ln>
            <a:noFill/>
          </a:ln>
        </p:spPr>
      </p:pic>
      <p:sp>
        <p:nvSpPr>
          <p:cNvPr id="286" name="Google Shape;286;p23"/>
          <p:cNvSpPr txBox="1"/>
          <p:nvPr>
            <p:ph idx="1" type="body"/>
          </p:nvPr>
        </p:nvSpPr>
        <p:spPr>
          <a:xfrm>
            <a:off x="359200" y="1801500"/>
            <a:ext cx="4029000" cy="3002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Archivo Light"/>
              <a:buChar char="●"/>
              <a:defRPr sz="1000">
                <a:latin typeface="Archivo Light"/>
                <a:ea typeface="Archivo Light"/>
                <a:cs typeface="Archivo Light"/>
                <a:sym typeface="Archivo Light"/>
              </a:defRPr>
            </a:lvl1pPr>
            <a:lvl2pPr indent="-292100" lvl="1" marL="914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2pPr>
            <a:lvl3pPr indent="-292100" lvl="2" marL="1371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3pPr>
            <a:lvl4pPr indent="-292100" lvl="3" marL="18288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4pPr>
            <a:lvl5pPr indent="-292100" lvl="4" marL="22860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5pPr>
            <a:lvl6pPr indent="-292100" lvl="5" marL="27432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6pPr>
            <a:lvl7pPr indent="-292100" lvl="6" marL="32004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7pPr>
            <a:lvl8pPr indent="-292100" lvl="7" marL="3657600">
              <a:spcBef>
                <a:spcPts val="800"/>
              </a:spcBef>
              <a:spcAft>
                <a:spcPts val="0"/>
              </a:spcAft>
              <a:buClr>
                <a:schemeClr val="dk1"/>
              </a:buClr>
              <a:buSzPts val="1000"/>
              <a:buFont typeface="Archivo Light"/>
              <a:buChar char="○"/>
              <a:defRPr sz="1000">
                <a:latin typeface="Archivo Light"/>
                <a:ea typeface="Archivo Light"/>
                <a:cs typeface="Archivo Light"/>
                <a:sym typeface="Archivo Light"/>
              </a:defRPr>
            </a:lvl8pPr>
            <a:lvl9pPr indent="-292100" lvl="8" marL="4114800">
              <a:spcBef>
                <a:spcPts val="800"/>
              </a:spcBef>
              <a:spcAft>
                <a:spcPts val="800"/>
              </a:spcAft>
              <a:buClr>
                <a:schemeClr val="dk1"/>
              </a:buClr>
              <a:buSzPts val="1000"/>
              <a:buFont typeface="Archivo Light"/>
              <a:buChar char="■"/>
              <a:defRPr sz="1000">
                <a:latin typeface="Archivo Light"/>
                <a:ea typeface="Archivo Light"/>
                <a:cs typeface="Archivo Light"/>
                <a:sym typeface="Archivo Light"/>
              </a:defRPr>
            </a:lvl9pPr>
          </a:lstStyle>
          <a:p/>
        </p:txBody>
      </p:sp>
      <p:sp>
        <p:nvSpPr>
          <p:cNvPr id="287" name="Google Shape;287;p23"/>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288" name="Google Shape;288;p23"/>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289" name="Google Shape;289;p23"/>
          <p:cNvSpPr/>
          <p:nvPr>
            <p:ph idx="3" type="pic"/>
          </p:nvPr>
        </p:nvSpPr>
        <p:spPr>
          <a:xfrm>
            <a:off x="4637525" y="612800"/>
            <a:ext cx="4131600" cy="4167000"/>
          </a:xfrm>
          <a:prstGeom prst="roundRect">
            <a:avLst>
              <a:gd fmla="val 6598" name="adj"/>
            </a:avLst>
          </a:prstGeom>
          <a:noFill/>
          <a:ln>
            <a:noFill/>
          </a:ln>
        </p:spPr>
      </p:sp>
      <p:sp>
        <p:nvSpPr>
          <p:cNvPr id="290" name="Google Shape;290;p23"/>
          <p:cNvSpPr txBox="1"/>
          <p:nvPr>
            <p:ph idx="4" type="subTitle"/>
          </p:nvPr>
        </p:nvSpPr>
        <p:spPr>
          <a:xfrm>
            <a:off x="361975" y="539900"/>
            <a:ext cx="4131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1">
  <p:cSld name="CUSTOM_2_1">
    <p:bg>
      <p:bgPr>
        <a:solidFill>
          <a:schemeClr val="dk1"/>
        </a:solidFill>
      </p:bgPr>
    </p:bg>
    <p:spTree>
      <p:nvGrpSpPr>
        <p:cNvPr id="291" name="Shape 291"/>
        <p:cNvGrpSpPr/>
        <p:nvPr/>
      </p:nvGrpSpPr>
      <p:grpSpPr>
        <a:xfrm>
          <a:off x="0" y="0"/>
          <a:ext cx="0" cy="0"/>
          <a:chOff x="0" y="0"/>
          <a:chExt cx="0" cy="0"/>
        </a:xfrm>
      </p:grpSpPr>
      <p:pic>
        <p:nvPicPr>
          <p:cNvPr id="292" name="Google Shape;292;p24"/>
          <p:cNvPicPr preferRelativeResize="0"/>
          <p:nvPr/>
        </p:nvPicPr>
        <p:blipFill>
          <a:blip r:embed="rId2">
            <a:alphaModFix/>
          </a:blip>
          <a:stretch>
            <a:fillRect/>
          </a:stretch>
        </p:blipFill>
        <p:spPr>
          <a:xfrm>
            <a:off x="0" y="0"/>
            <a:ext cx="9144000" cy="5143500"/>
          </a:xfrm>
          <a:prstGeom prst="rect">
            <a:avLst/>
          </a:prstGeom>
          <a:noFill/>
          <a:ln>
            <a:noFill/>
          </a:ln>
        </p:spPr>
      </p:pic>
      <p:sp>
        <p:nvSpPr>
          <p:cNvPr id="293" name="Google Shape;293;p24"/>
          <p:cNvSpPr txBox="1"/>
          <p:nvPr>
            <p:ph type="title"/>
          </p:nvPr>
        </p:nvSpPr>
        <p:spPr>
          <a:xfrm>
            <a:off x="3843300" y="870251"/>
            <a:ext cx="4933500" cy="2742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2000">
                <a:latin typeface="Archivo SemiBold"/>
                <a:ea typeface="Archivo SemiBold"/>
                <a:cs typeface="Archivo SemiBold"/>
                <a:sym typeface="Archivo SemiBold"/>
              </a:defRPr>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94" name="Google Shape;294;p24"/>
          <p:cNvSpPr/>
          <p:nvPr>
            <p:ph idx="2" type="pic"/>
          </p:nvPr>
        </p:nvSpPr>
        <p:spPr>
          <a:xfrm>
            <a:off x="361975" y="612800"/>
            <a:ext cx="3224400" cy="4167000"/>
          </a:xfrm>
          <a:prstGeom prst="roundRect">
            <a:avLst>
              <a:gd fmla="val 4717" name="adj"/>
            </a:avLst>
          </a:prstGeom>
          <a:noFill/>
          <a:ln>
            <a:noFill/>
          </a:ln>
        </p:spPr>
      </p:sp>
      <p:sp>
        <p:nvSpPr>
          <p:cNvPr id="295" name="Google Shape;295;p24"/>
          <p:cNvSpPr txBox="1"/>
          <p:nvPr>
            <p:ph idx="1" type="body"/>
          </p:nvPr>
        </p:nvSpPr>
        <p:spPr>
          <a:xfrm>
            <a:off x="3843300" y="4195275"/>
            <a:ext cx="4933500" cy="584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Archivo"/>
              <a:buChar char="●"/>
              <a:defRPr sz="1000"/>
            </a:lvl1pPr>
            <a:lvl2pPr indent="-292100" lvl="1" marL="914400">
              <a:spcBef>
                <a:spcPts val="800"/>
              </a:spcBef>
              <a:spcAft>
                <a:spcPts val="0"/>
              </a:spcAft>
              <a:buClr>
                <a:schemeClr val="dk1"/>
              </a:buClr>
              <a:buSzPts val="1000"/>
              <a:buFont typeface="Archivo"/>
              <a:buChar char="○"/>
              <a:defRPr sz="1000"/>
            </a:lvl2pPr>
            <a:lvl3pPr indent="-292100" lvl="2" marL="1371600">
              <a:spcBef>
                <a:spcPts val="800"/>
              </a:spcBef>
              <a:spcAft>
                <a:spcPts val="0"/>
              </a:spcAft>
              <a:buClr>
                <a:schemeClr val="dk1"/>
              </a:buClr>
              <a:buSzPts val="1000"/>
              <a:buFont typeface="Archivo"/>
              <a:buChar char="■"/>
              <a:defRPr sz="1000"/>
            </a:lvl3pPr>
            <a:lvl4pPr indent="-292100" lvl="3" marL="1828800">
              <a:spcBef>
                <a:spcPts val="800"/>
              </a:spcBef>
              <a:spcAft>
                <a:spcPts val="0"/>
              </a:spcAft>
              <a:buClr>
                <a:schemeClr val="dk1"/>
              </a:buClr>
              <a:buSzPts val="1000"/>
              <a:buFont typeface="Archivo"/>
              <a:buChar char="●"/>
              <a:defRPr sz="1000"/>
            </a:lvl4pPr>
            <a:lvl5pPr indent="-292100" lvl="4" marL="2286000">
              <a:spcBef>
                <a:spcPts val="800"/>
              </a:spcBef>
              <a:spcAft>
                <a:spcPts val="0"/>
              </a:spcAft>
              <a:buClr>
                <a:schemeClr val="dk1"/>
              </a:buClr>
              <a:buSzPts val="1000"/>
              <a:buFont typeface="Archivo"/>
              <a:buChar char="○"/>
              <a:defRPr sz="1000"/>
            </a:lvl5pPr>
            <a:lvl6pPr indent="-292100" lvl="5" marL="2743200">
              <a:spcBef>
                <a:spcPts val="800"/>
              </a:spcBef>
              <a:spcAft>
                <a:spcPts val="0"/>
              </a:spcAft>
              <a:buClr>
                <a:schemeClr val="dk1"/>
              </a:buClr>
              <a:buSzPts val="1000"/>
              <a:buFont typeface="Archivo"/>
              <a:buChar char="■"/>
              <a:defRPr sz="1000"/>
            </a:lvl6pPr>
            <a:lvl7pPr indent="-292100" lvl="6" marL="3200400">
              <a:spcBef>
                <a:spcPts val="800"/>
              </a:spcBef>
              <a:spcAft>
                <a:spcPts val="0"/>
              </a:spcAft>
              <a:buClr>
                <a:schemeClr val="dk1"/>
              </a:buClr>
              <a:buSzPts val="1000"/>
              <a:buFont typeface="Archivo"/>
              <a:buChar char="●"/>
              <a:defRPr sz="1000"/>
            </a:lvl7pPr>
            <a:lvl8pPr indent="-292100" lvl="7" marL="3657600">
              <a:spcBef>
                <a:spcPts val="800"/>
              </a:spcBef>
              <a:spcAft>
                <a:spcPts val="0"/>
              </a:spcAft>
              <a:buClr>
                <a:schemeClr val="dk1"/>
              </a:buClr>
              <a:buSzPts val="1000"/>
              <a:buFont typeface="Archivo"/>
              <a:buChar char="○"/>
              <a:defRPr sz="1000"/>
            </a:lvl8pPr>
            <a:lvl9pPr indent="-292100" lvl="8" marL="4114800">
              <a:spcBef>
                <a:spcPts val="800"/>
              </a:spcBef>
              <a:spcAft>
                <a:spcPts val="800"/>
              </a:spcAft>
              <a:buClr>
                <a:schemeClr val="dk1"/>
              </a:buClr>
              <a:buSzPts val="1000"/>
              <a:buFont typeface="Archivo"/>
              <a:buChar char="■"/>
              <a:defRPr sz="1000"/>
            </a:lvl9pPr>
          </a:lstStyle>
          <a:p/>
        </p:txBody>
      </p:sp>
      <p:sp>
        <p:nvSpPr>
          <p:cNvPr id="296" name="Google Shape;296;p24"/>
          <p:cNvSpPr txBox="1"/>
          <p:nvPr>
            <p:ph idx="3" type="subTitle"/>
          </p:nvPr>
        </p:nvSpPr>
        <p:spPr>
          <a:xfrm>
            <a:off x="3843300" y="614476"/>
            <a:ext cx="49335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Archivo"/>
              <a:buNone/>
              <a:defRPr sz="1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297" name="Google Shape;297;p24"/>
          <p:cNvSpPr txBox="1"/>
          <p:nvPr>
            <p:ph idx="4" type="title"/>
          </p:nvPr>
        </p:nvSpPr>
        <p:spPr>
          <a:xfrm>
            <a:off x="3843300" y="1210976"/>
            <a:ext cx="4933500" cy="2742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98" name="Google Shape;298;p24"/>
          <p:cNvSpPr txBox="1"/>
          <p:nvPr>
            <p:ph idx="5" type="title"/>
          </p:nvPr>
        </p:nvSpPr>
        <p:spPr>
          <a:xfrm>
            <a:off x="3843300" y="1801500"/>
            <a:ext cx="4933500" cy="1820400"/>
          </a:xfrm>
          <a:prstGeom prst="rect">
            <a:avLst/>
          </a:prstGeom>
        </p:spPr>
        <p:txBody>
          <a:bodyPr anchorCtr="0" anchor="t" bIns="0" lIns="0" spcFirstLastPara="1" rIns="0" wrap="square" tIns="0">
            <a:noAutofit/>
          </a:bodyPr>
          <a:lstStyle>
            <a:lvl1pPr lvl="0">
              <a:spcBef>
                <a:spcPts val="0"/>
              </a:spcBef>
              <a:spcAft>
                <a:spcPts val="0"/>
              </a:spcAft>
              <a:buNone/>
              <a:defRPr sz="1400"/>
            </a:lvl1pPr>
            <a:lvl2pPr lvl="1">
              <a:spcBef>
                <a:spcPts val="0"/>
              </a:spcBef>
              <a:spcAft>
                <a:spcPts val="0"/>
              </a:spcAft>
              <a:buNone/>
              <a:defRPr sz="1400"/>
            </a:lvl2pPr>
            <a:lvl3pPr lvl="2">
              <a:spcBef>
                <a:spcPts val="0"/>
              </a:spcBef>
              <a:spcAft>
                <a:spcPts val="0"/>
              </a:spcAft>
              <a:buNone/>
              <a:defRPr sz="1400"/>
            </a:lvl3pPr>
            <a:lvl4pPr lvl="3">
              <a:spcBef>
                <a:spcPts val="0"/>
              </a:spcBef>
              <a:spcAft>
                <a:spcPts val="0"/>
              </a:spcAft>
              <a:buNone/>
              <a:defRPr sz="1400"/>
            </a:lvl4pPr>
            <a:lvl5pPr lvl="4">
              <a:spcBef>
                <a:spcPts val="0"/>
              </a:spcBef>
              <a:spcAft>
                <a:spcPts val="0"/>
              </a:spcAft>
              <a:buNone/>
              <a:defRPr sz="1400"/>
            </a:lvl5pPr>
            <a:lvl6pPr lvl="5">
              <a:spcBef>
                <a:spcPts val="0"/>
              </a:spcBef>
              <a:spcAft>
                <a:spcPts val="0"/>
              </a:spcAft>
              <a:buNone/>
              <a:defRPr sz="1400"/>
            </a:lvl6pPr>
            <a:lvl7pPr lvl="6">
              <a:spcBef>
                <a:spcPts val="0"/>
              </a:spcBef>
              <a:spcAft>
                <a:spcPts val="0"/>
              </a:spcAft>
              <a:buNone/>
              <a:defRPr sz="1400"/>
            </a:lvl7pPr>
            <a:lvl8pPr lvl="7">
              <a:spcBef>
                <a:spcPts val="0"/>
              </a:spcBef>
              <a:spcAft>
                <a:spcPts val="0"/>
              </a:spcAft>
              <a:buNone/>
              <a:defRPr sz="1400"/>
            </a:lvl8pPr>
            <a:lvl9pPr lvl="8">
              <a:spcBef>
                <a:spcPts val="0"/>
              </a:spcBef>
              <a:spcAft>
                <a:spcPts val="0"/>
              </a:spcAft>
              <a:buNone/>
              <a:defRPr sz="1400"/>
            </a:lvl9pPr>
          </a:lstStyle>
          <a:p/>
        </p:txBody>
      </p:sp>
      <p:sp>
        <p:nvSpPr>
          <p:cNvPr id="299" name="Google Shape;299;p24"/>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300" name="Google Shape;300;p24"/>
          <p:cNvSpPr txBox="1"/>
          <p:nvPr>
            <p:ph idx="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extLst>
    <p:ext uri="{DCECCB84-F9BA-43D5-87BE-67443E8EF086}">
      <p15:sldGuideLst>
        <p15:guide id="1" orient="horz" pos="386">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3">
    <p:bg>
      <p:bgPr>
        <a:solidFill>
          <a:schemeClr val="dk1"/>
        </a:solidFill>
      </p:bgPr>
    </p:bg>
    <p:spTree>
      <p:nvGrpSpPr>
        <p:cNvPr id="301" name="Shape 301"/>
        <p:cNvGrpSpPr/>
        <p:nvPr/>
      </p:nvGrpSpPr>
      <p:grpSpPr>
        <a:xfrm>
          <a:off x="0" y="0"/>
          <a:ext cx="0" cy="0"/>
          <a:chOff x="0" y="0"/>
          <a:chExt cx="0" cy="0"/>
        </a:xfrm>
      </p:grpSpPr>
      <p:pic>
        <p:nvPicPr>
          <p:cNvPr id="302" name="Google Shape;302;p25"/>
          <p:cNvPicPr preferRelativeResize="0"/>
          <p:nvPr/>
        </p:nvPicPr>
        <p:blipFill>
          <a:blip r:embed="rId2">
            <a:alphaModFix/>
          </a:blip>
          <a:stretch>
            <a:fillRect/>
          </a:stretch>
        </p:blipFill>
        <p:spPr>
          <a:xfrm>
            <a:off x="0" y="0"/>
            <a:ext cx="9144000" cy="5143500"/>
          </a:xfrm>
          <a:prstGeom prst="rect">
            <a:avLst/>
          </a:prstGeom>
          <a:noFill/>
          <a:ln>
            <a:noFill/>
          </a:ln>
        </p:spPr>
      </p:pic>
      <p:sp>
        <p:nvSpPr>
          <p:cNvPr id="303" name="Google Shape;303;p25"/>
          <p:cNvSpPr txBox="1"/>
          <p:nvPr>
            <p:ph idx="1"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304" name="Google Shape;304;p25"/>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305" name="Google Shape;305;p25"/>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306" name="Google Shape;306;p25"/>
          <p:cNvSpPr txBox="1"/>
          <p:nvPr>
            <p:ph idx="3" type="body"/>
          </p:nvPr>
        </p:nvSpPr>
        <p:spPr>
          <a:xfrm>
            <a:off x="361975" y="2947875"/>
            <a:ext cx="4163100" cy="1833600"/>
          </a:xfrm>
          <a:prstGeom prst="rect">
            <a:avLst/>
          </a:prstGeom>
        </p:spPr>
        <p:txBody>
          <a:bodyPr anchorCtr="0" anchor="b" bIns="0" lIns="0" spcFirstLastPara="1" rIns="0" wrap="square" tIns="137150">
            <a:noAutofit/>
          </a:bodyPr>
          <a:lstStyle>
            <a:lvl1pPr indent="-304800" lvl="0" marL="457200">
              <a:spcBef>
                <a:spcPts val="0"/>
              </a:spcBef>
              <a:spcAft>
                <a:spcPts val="0"/>
              </a:spcAft>
              <a:buClr>
                <a:schemeClr val="dk1"/>
              </a:buClr>
              <a:buSzPts val="1200"/>
              <a:buFont typeface="Archivo"/>
              <a:buChar char="●"/>
              <a:defRPr/>
            </a:lvl1pPr>
            <a:lvl2pPr indent="-304800" lvl="1" marL="914400">
              <a:spcBef>
                <a:spcPts val="0"/>
              </a:spcBef>
              <a:spcAft>
                <a:spcPts val="0"/>
              </a:spcAft>
              <a:buClr>
                <a:schemeClr val="dk1"/>
              </a:buClr>
              <a:buSzPts val="1200"/>
              <a:buFont typeface="Archivo"/>
              <a:buChar char="○"/>
              <a:defRPr/>
            </a:lvl2pPr>
            <a:lvl3pPr indent="-304800" lvl="2" marL="1371600">
              <a:spcBef>
                <a:spcPts val="0"/>
              </a:spcBef>
              <a:spcAft>
                <a:spcPts val="0"/>
              </a:spcAft>
              <a:buClr>
                <a:schemeClr val="dk1"/>
              </a:buClr>
              <a:buSzPts val="1200"/>
              <a:buFont typeface="Archivo"/>
              <a:buChar char="■"/>
              <a:defRPr/>
            </a:lvl3pPr>
            <a:lvl4pPr indent="-304800" lvl="3" marL="1828800">
              <a:spcBef>
                <a:spcPts val="0"/>
              </a:spcBef>
              <a:spcAft>
                <a:spcPts val="0"/>
              </a:spcAft>
              <a:buClr>
                <a:schemeClr val="dk1"/>
              </a:buClr>
              <a:buSzPts val="1200"/>
              <a:buFont typeface="Archivo"/>
              <a:buChar char="●"/>
              <a:defRPr/>
            </a:lvl4pPr>
            <a:lvl5pPr indent="-304800" lvl="4" marL="2286000">
              <a:spcBef>
                <a:spcPts val="0"/>
              </a:spcBef>
              <a:spcAft>
                <a:spcPts val="0"/>
              </a:spcAft>
              <a:buClr>
                <a:schemeClr val="dk1"/>
              </a:buClr>
              <a:buSzPts val="1200"/>
              <a:buFont typeface="Archivo"/>
              <a:buChar char="○"/>
              <a:defRPr/>
            </a:lvl5pPr>
            <a:lvl6pPr indent="-304800" lvl="5" marL="2743200">
              <a:spcBef>
                <a:spcPts val="0"/>
              </a:spcBef>
              <a:spcAft>
                <a:spcPts val="0"/>
              </a:spcAft>
              <a:buClr>
                <a:schemeClr val="dk1"/>
              </a:buClr>
              <a:buSzPts val="1200"/>
              <a:buFont typeface="Archivo"/>
              <a:buChar char="■"/>
              <a:defRPr/>
            </a:lvl6pPr>
            <a:lvl7pPr indent="-304800" lvl="6" marL="3200400">
              <a:spcBef>
                <a:spcPts val="0"/>
              </a:spcBef>
              <a:spcAft>
                <a:spcPts val="0"/>
              </a:spcAft>
              <a:buClr>
                <a:schemeClr val="dk1"/>
              </a:buClr>
              <a:buSzPts val="1200"/>
              <a:buFont typeface="Archivo"/>
              <a:buChar char="●"/>
              <a:defRPr/>
            </a:lvl7pPr>
            <a:lvl8pPr indent="-304800" lvl="7" marL="3657600">
              <a:spcBef>
                <a:spcPts val="0"/>
              </a:spcBef>
              <a:spcAft>
                <a:spcPts val="0"/>
              </a:spcAft>
              <a:buClr>
                <a:schemeClr val="dk1"/>
              </a:buClr>
              <a:buSzPts val="1200"/>
              <a:buFont typeface="Archivo"/>
              <a:buChar char="○"/>
              <a:defRPr/>
            </a:lvl8pPr>
            <a:lvl9pPr indent="-304800" lvl="8" marL="4114800">
              <a:spcBef>
                <a:spcPts val="0"/>
              </a:spcBef>
              <a:spcAft>
                <a:spcPts val="0"/>
              </a:spcAft>
              <a:buClr>
                <a:schemeClr val="dk1"/>
              </a:buClr>
              <a:buSzPts val="1200"/>
              <a:buFont typeface="Archivo"/>
              <a:buChar char="■"/>
              <a:defRPr/>
            </a:lvl9pPr>
          </a:lstStyle>
          <a:p/>
        </p:txBody>
      </p:sp>
      <p:sp>
        <p:nvSpPr>
          <p:cNvPr id="307" name="Google Shape;307;p25"/>
          <p:cNvSpPr txBox="1"/>
          <p:nvPr>
            <p:ph type="title"/>
          </p:nvPr>
        </p:nvSpPr>
        <p:spPr>
          <a:xfrm>
            <a:off x="337200" y="1066100"/>
            <a:ext cx="8375700" cy="1881900"/>
          </a:xfrm>
          <a:prstGeom prst="rect">
            <a:avLst/>
          </a:prstGeom>
        </p:spPr>
        <p:txBody>
          <a:bodyPr anchorCtr="0" anchor="t" bIns="137150" lIns="0" spcFirstLastPara="1" rIns="0" wrap="square" tIns="0">
            <a:noAutofit/>
          </a:bodyPr>
          <a:lstStyle>
            <a:lvl1pPr lvl="0">
              <a:spcBef>
                <a:spcPts val="0"/>
              </a:spcBef>
              <a:spcAft>
                <a:spcPts val="0"/>
              </a:spcAft>
              <a:buClr>
                <a:schemeClr val="dk1"/>
              </a:buClr>
              <a:buSzPts val="3000"/>
              <a:buFont typeface="Archivo"/>
              <a:buNone/>
              <a:defRPr/>
            </a:lvl1pPr>
            <a:lvl2pPr lvl="1">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2pPr>
            <a:lvl3pPr lvl="2">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3pPr>
            <a:lvl4pPr lvl="3">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4pPr>
            <a:lvl5pPr lvl="4">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5pPr>
            <a:lvl6pPr lvl="5">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6pPr>
            <a:lvl7pPr lvl="6">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7pPr>
            <a:lvl8pPr lvl="7">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8pPr>
            <a:lvl9pPr lvl="8">
              <a:spcBef>
                <a:spcPts val="0"/>
              </a:spcBef>
              <a:spcAft>
                <a:spcPts val="0"/>
              </a:spcAft>
              <a:buClr>
                <a:schemeClr val="dk1"/>
              </a:buClr>
              <a:buSzPts val="5000"/>
              <a:buFont typeface="Archivo SemiBold"/>
              <a:buNone/>
              <a:defRPr sz="5000">
                <a:solidFill>
                  <a:schemeClr val="dk1"/>
                </a:solidFill>
                <a:latin typeface="Archivo SemiBold"/>
                <a:ea typeface="Archivo SemiBold"/>
                <a:cs typeface="Archivo SemiBold"/>
                <a:sym typeface="Archivo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6">
  <p:cSld name="CUSTOM_2_1_1_1">
    <p:bg>
      <p:bgPr>
        <a:solidFill>
          <a:schemeClr val="dk1"/>
        </a:solidFill>
      </p:bgPr>
    </p:bg>
    <p:spTree>
      <p:nvGrpSpPr>
        <p:cNvPr id="308" name="Shape 308"/>
        <p:cNvGrpSpPr/>
        <p:nvPr/>
      </p:nvGrpSpPr>
      <p:grpSpPr>
        <a:xfrm>
          <a:off x="0" y="0"/>
          <a:ext cx="0" cy="0"/>
          <a:chOff x="0" y="0"/>
          <a:chExt cx="0" cy="0"/>
        </a:xfrm>
      </p:grpSpPr>
      <p:pic>
        <p:nvPicPr>
          <p:cNvPr id="309" name="Google Shape;309;p26"/>
          <p:cNvPicPr preferRelativeResize="0"/>
          <p:nvPr/>
        </p:nvPicPr>
        <p:blipFill>
          <a:blip r:embed="rId2">
            <a:alphaModFix/>
          </a:blip>
          <a:stretch>
            <a:fillRect/>
          </a:stretch>
        </p:blipFill>
        <p:spPr>
          <a:xfrm>
            <a:off x="0" y="0"/>
            <a:ext cx="9144000" cy="5143500"/>
          </a:xfrm>
          <a:prstGeom prst="rect">
            <a:avLst/>
          </a:prstGeom>
          <a:noFill/>
          <a:ln>
            <a:noFill/>
          </a:ln>
        </p:spPr>
      </p:pic>
      <p:sp>
        <p:nvSpPr>
          <p:cNvPr id="310" name="Google Shape;310;p26"/>
          <p:cNvSpPr txBox="1"/>
          <p:nvPr>
            <p:ph type="title"/>
          </p:nvPr>
        </p:nvSpPr>
        <p:spPr>
          <a:xfrm>
            <a:off x="361965" y="2535325"/>
            <a:ext cx="6346800" cy="2282700"/>
          </a:xfrm>
          <a:prstGeom prst="rect">
            <a:avLst/>
          </a:prstGeom>
        </p:spPr>
        <p:txBody>
          <a:bodyPr anchorCtr="0" anchor="b" bIns="0" lIns="0" spcFirstLastPara="1" rIns="0" wrap="square" tIns="0">
            <a:noAutofit/>
          </a:bodyPr>
          <a:lstStyle>
            <a:lvl1pPr lvl="0">
              <a:spcBef>
                <a:spcPts val="0"/>
              </a:spcBef>
              <a:spcAft>
                <a:spcPts val="0"/>
              </a:spcAft>
              <a:buNone/>
              <a:defRPr sz="2000">
                <a:latin typeface="Archivo SemiBold"/>
                <a:ea typeface="Archivo SemiBold"/>
                <a:cs typeface="Archivo SemiBold"/>
                <a:sym typeface="Archivo SemiBold"/>
              </a:defRPr>
            </a:lvl1pPr>
            <a:lvl2pPr lvl="1">
              <a:lnSpc>
                <a:spcPct val="115000"/>
              </a:lnSpc>
              <a:spcBef>
                <a:spcPts val="0"/>
              </a:spcBef>
              <a:spcAft>
                <a:spcPts val="0"/>
              </a:spcAft>
              <a:buNone/>
              <a:defRPr sz="2000"/>
            </a:lvl2pPr>
            <a:lvl3pPr lvl="2">
              <a:lnSpc>
                <a:spcPct val="115000"/>
              </a:lnSpc>
              <a:spcBef>
                <a:spcPts val="0"/>
              </a:spcBef>
              <a:spcAft>
                <a:spcPts val="0"/>
              </a:spcAft>
              <a:buNone/>
              <a:defRPr sz="2000"/>
            </a:lvl3pPr>
            <a:lvl4pPr lvl="3">
              <a:lnSpc>
                <a:spcPct val="115000"/>
              </a:lnSpc>
              <a:spcBef>
                <a:spcPts val="0"/>
              </a:spcBef>
              <a:spcAft>
                <a:spcPts val="0"/>
              </a:spcAft>
              <a:buNone/>
              <a:defRPr sz="2000"/>
            </a:lvl4pPr>
            <a:lvl5pPr lvl="4">
              <a:lnSpc>
                <a:spcPct val="115000"/>
              </a:lnSpc>
              <a:spcBef>
                <a:spcPts val="0"/>
              </a:spcBef>
              <a:spcAft>
                <a:spcPts val="0"/>
              </a:spcAft>
              <a:buNone/>
              <a:defRPr sz="2000"/>
            </a:lvl5pPr>
            <a:lvl6pPr lvl="5">
              <a:lnSpc>
                <a:spcPct val="115000"/>
              </a:lnSpc>
              <a:spcBef>
                <a:spcPts val="0"/>
              </a:spcBef>
              <a:spcAft>
                <a:spcPts val="0"/>
              </a:spcAft>
              <a:buNone/>
              <a:defRPr sz="2000"/>
            </a:lvl6pPr>
            <a:lvl7pPr lvl="6">
              <a:lnSpc>
                <a:spcPct val="115000"/>
              </a:lnSpc>
              <a:spcBef>
                <a:spcPts val="0"/>
              </a:spcBef>
              <a:spcAft>
                <a:spcPts val="0"/>
              </a:spcAft>
              <a:buNone/>
              <a:defRPr sz="2000"/>
            </a:lvl7pPr>
            <a:lvl8pPr lvl="7">
              <a:lnSpc>
                <a:spcPct val="115000"/>
              </a:lnSpc>
              <a:spcBef>
                <a:spcPts val="0"/>
              </a:spcBef>
              <a:spcAft>
                <a:spcPts val="0"/>
              </a:spcAft>
              <a:buNone/>
              <a:defRPr sz="2000"/>
            </a:lvl8pPr>
            <a:lvl9pPr lvl="8">
              <a:lnSpc>
                <a:spcPct val="115000"/>
              </a:lnSpc>
              <a:spcBef>
                <a:spcPts val="0"/>
              </a:spcBef>
              <a:spcAft>
                <a:spcPts val="0"/>
              </a:spcAft>
              <a:buNone/>
              <a:defRPr sz="2000"/>
            </a:lvl9pPr>
          </a:lstStyle>
          <a:p/>
        </p:txBody>
      </p:sp>
      <p:sp>
        <p:nvSpPr>
          <p:cNvPr id="311" name="Google Shape;311;p26"/>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312" name="Google Shape;312;p2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313" name="Google Shape;313;p26"/>
          <p:cNvSpPr txBox="1"/>
          <p:nvPr>
            <p:ph idx="2"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CUSTOM_5">
    <p:bg>
      <p:bgPr>
        <a:solidFill>
          <a:schemeClr val="dk1"/>
        </a:solidFill>
      </p:bgPr>
    </p:bg>
    <p:spTree>
      <p:nvGrpSpPr>
        <p:cNvPr id="314" name="Shape 314"/>
        <p:cNvGrpSpPr/>
        <p:nvPr/>
      </p:nvGrpSpPr>
      <p:grpSpPr>
        <a:xfrm>
          <a:off x="0" y="0"/>
          <a:ext cx="0" cy="0"/>
          <a:chOff x="0" y="0"/>
          <a:chExt cx="0" cy="0"/>
        </a:xfrm>
      </p:grpSpPr>
      <p:pic>
        <p:nvPicPr>
          <p:cNvPr id="315" name="Google Shape;315;p27"/>
          <p:cNvPicPr preferRelativeResize="0"/>
          <p:nvPr/>
        </p:nvPicPr>
        <p:blipFill>
          <a:blip r:embed="rId2">
            <a:alphaModFix/>
          </a:blip>
          <a:stretch>
            <a:fillRect/>
          </a:stretch>
        </p:blipFill>
        <p:spPr>
          <a:xfrm>
            <a:off x="0" y="0"/>
            <a:ext cx="9144000" cy="5143500"/>
          </a:xfrm>
          <a:prstGeom prst="rect">
            <a:avLst/>
          </a:prstGeom>
          <a:noFill/>
          <a:ln>
            <a:noFill/>
          </a:ln>
        </p:spPr>
      </p:pic>
      <p:sp>
        <p:nvSpPr>
          <p:cNvPr id="316" name="Google Shape;316;p27"/>
          <p:cNvSpPr txBox="1"/>
          <p:nvPr>
            <p:ph type="title"/>
          </p:nvPr>
        </p:nvSpPr>
        <p:spPr>
          <a:xfrm>
            <a:off x="2504817" y="2940138"/>
            <a:ext cx="1994100" cy="579900"/>
          </a:xfrm>
          <a:prstGeom prst="rect">
            <a:avLst/>
          </a:prstGeom>
        </p:spPr>
        <p:txBody>
          <a:bodyPr anchorCtr="0" anchor="t" bIns="91425" lIns="137150" spcFirstLastPara="1" rIns="137150" wrap="square" tIns="91425">
            <a:noAutofit/>
          </a:bodyPr>
          <a:lstStyle>
            <a:lvl1pPr lvl="0" algn="ctr">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17" name="Google Shape;317;p27"/>
          <p:cNvSpPr txBox="1"/>
          <p:nvPr>
            <p:ph idx="1" type="subTitle"/>
          </p:nvPr>
        </p:nvSpPr>
        <p:spPr>
          <a:xfrm>
            <a:off x="2504817" y="3661040"/>
            <a:ext cx="1994100" cy="886800"/>
          </a:xfrm>
          <a:prstGeom prst="rect">
            <a:avLst/>
          </a:prstGeom>
        </p:spPr>
        <p:txBody>
          <a:bodyPr anchorCtr="0" anchor="t" bIns="91425" lIns="137150" spcFirstLastPara="1" rIns="137150" wrap="square" tIns="91425">
            <a:noAutofit/>
          </a:bodyPr>
          <a:lstStyle>
            <a:lvl1pPr lvl="0" algn="ctr">
              <a:spcBef>
                <a:spcPts val="0"/>
              </a:spcBef>
              <a:spcAft>
                <a:spcPts val="0"/>
              </a:spcAft>
              <a:buClr>
                <a:schemeClr val="dk1"/>
              </a:buClr>
              <a:buSzPts val="1000"/>
              <a:buFont typeface="Archivo Light"/>
              <a:buNone/>
              <a:defRPr sz="1000">
                <a:latin typeface="Archivo Light"/>
                <a:ea typeface="Archivo Light"/>
                <a:cs typeface="Archivo Light"/>
                <a:sym typeface="Archivo Light"/>
              </a:defRPr>
            </a:lvl1pPr>
            <a:lvl2pPr lvl="1"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2pPr>
            <a:lvl3pPr lvl="2"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3pPr>
            <a:lvl4pPr lvl="3"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4pPr>
            <a:lvl5pPr lvl="4"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5pPr>
            <a:lvl6pPr lvl="5"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6pPr>
            <a:lvl7pPr lvl="6"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7pPr>
            <a:lvl8pPr lvl="7"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8pPr>
            <a:lvl9pPr lvl="8"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9pPr>
          </a:lstStyle>
          <a:p/>
        </p:txBody>
      </p:sp>
      <p:sp>
        <p:nvSpPr>
          <p:cNvPr id="318" name="Google Shape;318;p27"/>
          <p:cNvSpPr/>
          <p:nvPr>
            <p:ph idx="2" type="pic"/>
          </p:nvPr>
        </p:nvSpPr>
        <p:spPr>
          <a:xfrm>
            <a:off x="2824167" y="1295719"/>
            <a:ext cx="1355400" cy="1373100"/>
          </a:xfrm>
          <a:prstGeom prst="ellipse">
            <a:avLst/>
          </a:prstGeom>
          <a:noFill/>
          <a:ln>
            <a:noFill/>
          </a:ln>
        </p:spPr>
      </p:sp>
      <p:sp>
        <p:nvSpPr>
          <p:cNvPr id="319" name="Google Shape;319;p27"/>
          <p:cNvSpPr txBox="1"/>
          <p:nvPr>
            <p:ph idx="3" type="title"/>
          </p:nvPr>
        </p:nvSpPr>
        <p:spPr>
          <a:xfrm>
            <a:off x="368350" y="2940138"/>
            <a:ext cx="1994100" cy="579900"/>
          </a:xfrm>
          <a:prstGeom prst="rect">
            <a:avLst/>
          </a:prstGeom>
        </p:spPr>
        <p:txBody>
          <a:bodyPr anchorCtr="0" anchor="ctr" bIns="91425" lIns="137150" spcFirstLastPara="1" rIns="137150" wrap="square" tIns="91425">
            <a:noAutofit/>
          </a:bodyPr>
          <a:lstStyle>
            <a:lvl1pPr lvl="0" algn="ctr">
              <a:spcBef>
                <a:spcPts val="0"/>
              </a:spcBef>
              <a:spcAft>
                <a:spcPts val="0"/>
              </a:spcAft>
              <a:buClr>
                <a:schemeClr val="dk1"/>
              </a:buClr>
              <a:buSzPts val="3000"/>
              <a:buFont typeface="Archivo SemiBold"/>
              <a:buNone/>
              <a:defRPr sz="1400">
                <a:latin typeface="Archivo SemiBold"/>
                <a:ea typeface="Archivo SemiBold"/>
                <a:cs typeface="Archivo SemiBold"/>
                <a:sym typeface="Archivo SemiBold"/>
              </a:defRPr>
            </a:lvl1pPr>
            <a:lvl2pPr lvl="1"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20" name="Google Shape;320;p27"/>
          <p:cNvSpPr txBox="1"/>
          <p:nvPr>
            <p:ph idx="4" type="subTitle"/>
          </p:nvPr>
        </p:nvSpPr>
        <p:spPr>
          <a:xfrm>
            <a:off x="368350" y="3661040"/>
            <a:ext cx="1994100" cy="886800"/>
          </a:xfrm>
          <a:prstGeom prst="rect">
            <a:avLst/>
          </a:prstGeom>
        </p:spPr>
        <p:txBody>
          <a:bodyPr anchorCtr="0" anchor="t" bIns="91425" lIns="137150" spcFirstLastPara="1" rIns="137150" wrap="square" tIns="91425">
            <a:noAutofit/>
          </a:bodyPr>
          <a:lstStyle>
            <a:lvl1pPr lvl="0" algn="ctr">
              <a:spcBef>
                <a:spcPts val="0"/>
              </a:spcBef>
              <a:spcAft>
                <a:spcPts val="0"/>
              </a:spcAft>
              <a:buClr>
                <a:schemeClr val="dk1"/>
              </a:buClr>
              <a:buSzPts val="1000"/>
              <a:buFont typeface="Archivo Light"/>
              <a:buNone/>
              <a:defRPr sz="1000">
                <a:latin typeface="Archivo Light"/>
                <a:ea typeface="Archivo Light"/>
                <a:cs typeface="Archivo Light"/>
                <a:sym typeface="Archivo Light"/>
              </a:defRPr>
            </a:lvl1pPr>
            <a:lvl2pPr lvl="1"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2pPr>
            <a:lvl3pPr lvl="2"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3pPr>
            <a:lvl4pPr lvl="3"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4pPr>
            <a:lvl5pPr lvl="4"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5pPr>
            <a:lvl6pPr lvl="5"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6pPr>
            <a:lvl7pPr lvl="6"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7pPr>
            <a:lvl8pPr lvl="7"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8pPr>
            <a:lvl9pPr lvl="8"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9pPr>
          </a:lstStyle>
          <a:p/>
        </p:txBody>
      </p:sp>
      <p:sp>
        <p:nvSpPr>
          <p:cNvPr id="321" name="Google Shape;321;p27"/>
          <p:cNvSpPr/>
          <p:nvPr>
            <p:ph idx="5" type="pic"/>
          </p:nvPr>
        </p:nvSpPr>
        <p:spPr>
          <a:xfrm>
            <a:off x="687700" y="1295719"/>
            <a:ext cx="1355400" cy="1373100"/>
          </a:xfrm>
          <a:prstGeom prst="ellipse">
            <a:avLst/>
          </a:prstGeom>
          <a:noFill/>
          <a:ln>
            <a:noFill/>
          </a:ln>
        </p:spPr>
      </p:sp>
      <p:sp>
        <p:nvSpPr>
          <p:cNvPr id="322" name="Google Shape;322;p27"/>
          <p:cNvSpPr txBox="1"/>
          <p:nvPr>
            <p:ph idx="6" type="title"/>
          </p:nvPr>
        </p:nvSpPr>
        <p:spPr>
          <a:xfrm>
            <a:off x="6778800" y="2940138"/>
            <a:ext cx="1994100" cy="579900"/>
          </a:xfrm>
          <a:prstGeom prst="rect">
            <a:avLst/>
          </a:prstGeom>
        </p:spPr>
        <p:txBody>
          <a:bodyPr anchorCtr="0" anchor="t" bIns="91425" lIns="137150" spcFirstLastPara="1" rIns="137150" wrap="square" tIns="91425">
            <a:noAutofit/>
          </a:bodyPr>
          <a:lstStyle>
            <a:lvl1pPr lvl="0" algn="ctr">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23" name="Google Shape;323;p27"/>
          <p:cNvSpPr txBox="1"/>
          <p:nvPr>
            <p:ph idx="7" type="subTitle"/>
          </p:nvPr>
        </p:nvSpPr>
        <p:spPr>
          <a:xfrm>
            <a:off x="6778800" y="3661040"/>
            <a:ext cx="1994100" cy="886800"/>
          </a:xfrm>
          <a:prstGeom prst="rect">
            <a:avLst/>
          </a:prstGeom>
        </p:spPr>
        <p:txBody>
          <a:bodyPr anchorCtr="0" anchor="t" bIns="91425" lIns="137150" spcFirstLastPara="1" rIns="137150" wrap="square" tIns="91425">
            <a:noAutofit/>
          </a:bodyPr>
          <a:lstStyle>
            <a:lvl1pPr lvl="0" algn="ctr">
              <a:spcBef>
                <a:spcPts val="0"/>
              </a:spcBef>
              <a:spcAft>
                <a:spcPts val="0"/>
              </a:spcAft>
              <a:buClr>
                <a:schemeClr val="dk1"/>
              </a:buClr>
              <a:buSzPts val="1000"/>
              <a:buFont typeface="Archivo Light"/>
              <a:buNone/>
              <a:defRPr sz="1000">
                <a:latin typeface="Archivo Light"/>
                <a:ea typeface="Archivo Light"/>
                <a:cs typeface="Archivo Light"/>
                <a:sym typeface="Archivo Light"/>
              </a:defRPr>
            </a:lvl1pPr>
            <a:lvl2pPr lvl="1"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2pPr>
            <a:lvl3pPr lvl="2"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3pPr>
            <a:lvl4pPr lvl="3"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4pPr>
            <a:lvl5pPr lvl="4"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5pPr>
            <a:lvl6pPr lvl="5"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6pPr>
            <a:lvl7pPr lvl="6"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7pPr>
            <a:lvl8pPr lvl="7"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8pPr>
            <a:lvl9pPr lvl="8"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9pPr>
          </a:lstStyle>
          <a:p/>
        </p:txBody>
      </p:sp>
      <p:sp>
        <p:nvSpPr>
          <p:cNvPr id="324" name="Google Shape;324;p27"/>
          <p:cNvSpPr/>
          <p:nvPr>
            <p:ph idx="8" type="pic"/>
          </p:nvPr>
        </p:nvSpPr>
        <p:spPr>
          <a:xfrm>
            <a:off x="7098150" y="1295719"/>
            <a:ext cx="1355400" cy="1373100"/>
          </a:xfrm>
          <a:prstGeom prst="ellipse">
            <a:avLst/>
          </a:prstGeom>
          <a:noFill/>
          <a:ln>
            <a:noFill/>
          </a:ln>
        </p:spPr>
      </p:sp>
      <p:sp>
        <p:nvSpPr>
          <p:cNvPr id="325" name="Google Shape;325;p27"/>
          <p:cNvSpPr txBox="1"/>
          <p:nvPr>
            <p:ph idx="9" type="title"/>
          </p:nvPr>
        </p:nvSpPr>
        <p:spPr>
          <a:xfrm>
            <a:off x="4650558" y="2940138"/>
            <a:ext cx="1994100" cy="579900"/>
          </a:xfrm>
          <a:prstGeom prst="rect">
            <a:avLst/>
          </a:prstGeom>
        </p:spPr>
        <p:txBody>
          <a:bodyPr anchorCtr="0" anchor="t" bIns="91425" lIns="137150" spcFirstLastPara="1" rIns="137150" wrap="square" tIns="91425">
            <a:noAutofit/>
          </a:bodyPr>
          <a:lstStyle>
            <a:lvl1pPr lvl="0" algn="ctr">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26" name="Google Shape;326;p27"/>
          <p:cNvSpPr txBox="1"/>
          <p:nvPr>
            <p:ph idx="13" type="subTitle"/>
          </p:nvPr>
        </p:nvSpPr>
        <p:spPr>
          <a:xfrm>
            <a:off x="4650558" y="3661040"/>
            <a:ext cx="1994100" cy="886800"/>
          </a:xfrm>
          <a:prstGeom prst="rect">
            <a:avLst/>
          </a:prstGeom>
        </p:spPr>
        <p:txBody>
          <a:bodyPr anchorCtr="0" anchor="t" bIns="91425" lIns="137150" spcFirstLastPara="1" rIns="137150" wrap="square" tIns="91425">
            <a:noAutofit/>
          </a:bodyPr>
          <a:lstStyle>
            <a:lvl1pPr lvl="0" algn="ctr">
              <a:spcBef>
                <a:spcPts val="0"/>
              </a:spcBef>
              <a:spcAft>
                <a:spcPts val="0"/>
              </a:spcAft>
              <a:buClr>
                <a:schemeClr val="dk1"/>
              </a:buClr>
              <a:buSzPts val="1000"/>
              <a:buFont typeface="Archivo Light"/>
              <a:buNone/>
              <a:defRPr sz="1000">
                <a:latin typeface="Archivo Light"/>
                <a:ea typeface="Archivo Light"/>
                <a:cs typeface="Archivo Light"/>
                <a:sym typeface="Archivo Light"/>
              </a:defRPr>
            </a:lvl1pPr>
            <a:lvl2pPr lvl="1"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2pPr>
            <a:lvl3pPr lvl="2"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3pPr>
            <a:lvl4pPr lvl="3"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4pPr>
            <a:lvl5pPr lvl="4"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5pPr>
            <a:lvl6pPr lvl="5"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6pPr>
            <a:lvl7pPr lvl="6"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7pPr>
            <a:lvl8pPr lvl="7"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8pPr>
            <a:lvl9pPr lvl="8" algn="ctr">
              <a:spcBef>
                <a:spcPts val="0"/>
              </a:spcBef>
              <a:spcAft>
                <a:spcPts val="0"/>
              </a:spcAft>
              <a:buClr>
                <a:schemeClr val="dk1"/>
              </a:buClr>
              <a:buSzPts val="1000"/>
              <a:buFont typeface="Archivo Light"/>
              <a:buNone/>
              <a:defRPr sz="1000">
                <a:solidFill>
                  <a:schemeClr val="dk1"/>
                </a:solidFill>
                <a:latin typeface="Archivo Light"/>
                <a:ea typeface="Archivo Light"/>
                <a:cs typeface="Archivo Light"/>
                <a:sym typeface="Archivo Light"/>
              </a:defRPr>
            </a:lvl9pPr>
          </a:lstStyle>
          <a:p/>
        </p:txBody>
      </p:sp>
      <p:sp>
        <p:nvSpPr>
          <p:cNvPr id="327" name="Google Shape;327;p27"/>
          <p:cNvSpPr/>
          <p:nvPr>
            <p:ph idx="14" type="pic"/>
          </p:nvPr>
        </p:nvSpPr>
        <p:spPr>
          <a:xfrm>
            <a:off x="4969667" y="1295719"/>
            <a:ext cx="1355400" cy="1373100"/>
          </a:xfrm>
          <a:prstGeom prst="ellipse">
            <a:avLst/>
          </a:prstGeom>
          <a:noFill/>
          <a:ln>
            <a:noFill/>
          </a:ln>
        </p:spPr>
      </p:sp>
      <p:sp>
        <p:nvSpPr>
          <p:cNvPr id="328" name="Google Shape;328;p27"/>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329" name="Google Shape;329;p27"/>
          <p:cNvSpPr txBox="1"/>
          <p:nvPr>
            <p:ph idx="15"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330" name="Google Shape;330;p27"/>
          <p:cNvSpPr txBox="1"/>
          <p:nvPr>
            <p:ph idx="16"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Alt 2">
  <p:cSld name="CUSTOM_6">
    <p:bg>
      <p:bgPr>
        <a:solidFill>
          <a:schemeClr val="dk1"/>
        </a:solidFill>
      </p:bgPr>
    </p:bg>
    <p:spTree>
      <p:nvGrpSpPr>
        <p:cNvPr id="331" name="Shape 331"/>
        <p:cNvGrpSpPr/>
        <p:nvPr/>
      </p:nvGrpSpPr>
      <p:grpSpPr>
        <a:xfrm>
          <a:off x="0" y="0"/>
          <a:ext cx="0" cy="0"/>
          <a:chOff x="0" y="0"/>
          <a:chExt cx="0" cy="0"/>
        </a:xfrm>
      </p:grpSpPr>
      <p:pic>
        <p:nvPicPr>
          <p:cNvPr id="332" name="Google Shape;332;p28"/>
          <p:cNvPicPr preferRelativeResize="0"/>
          <p:nvPr/>
        </p:nvPicPr>
        <p:blipFill>
          <a:blip r:embed="rId2">
            <a:alphaModFix/>
          </a:blip>
          <a:stretch>
            <a:fillRect/>
          </a:stretch>
        </p:blipFill>
        <p:spPr>
          <a:xfrm>
            <a:off x="0" y="0"/>
            <a:ext cx="9144000" cy="5143500"/>
          </a:xfrm>
          <a:prstGeom prst="rect">
            <a:avLst/>
          </a:prstGeom>
          <a:noFill/>
          <a:ln>
            <a:noFill/>
          </a:ln>
        </p:spPr>
      </p:pic>
      <p:sp>
        <p:nvSpPr>
          <p:cNvPr id="333" name="Google Shape;333;p28"/>
          <p:cNvSpPr/>
          <p:nvPr>
            <p:ph idx="2" type="pic"/>
          </p:nvPr>
        </p:nvSpPr>
        <p:spPr>
          <a:xfrm>
            <a:off x="361975" y="2991074"/>
            <a:ext cx="1994400" cy="1147500"/>
          </a:xfrm>
          <a:prstGeom prst="roundRect">
            <a:avLst>
              <a:gd fmla="val 7060" name="adj"/>
            </a:avLst>
          </a:prstGeom>
          <a:noFill/>
          <a:ln>
            <a:noFill/>
          </a:ln>
        </p:spPr>
      </p:sp>
      <p:sp>
        <p:nvSpPr>
          <p:cNvPr id="334" name="Google Shape;334;p28"/>
          <p:cNvSpPr/>
          <p:nvPr>
            <p:ph idx="3" type="pic"/>
          </p:nvPr>
        </p:nvSpPr>
        <p:spPr>
          <a:xfrm>
            <a:off x="361975" y="1066100"/>
            <a:ext cx="1994400" cy="1209600"/>
          </a:xfrm>
          <a:prstGeom prst="roundRect">
            <a:avLst>
              <a:gd fmla="val 7060" name="adj"/>
            </a:avLst>
          </a:prstGeom>
          <a:noFill/>
          <a:ln>
            <a:noFill/>
          </a:ln>
        </p:spPr>
      </p:sp>
      <p:sp>
        <p:nvSpPr>
          <p:cNvPr id="335" name="Google Shape;335;p28"/>
          <p:cNvSpPr txBox="1"/>
          <p:nvPr>
            <p:ph type="title"/>
          </p:nvPr>
        </p:nvSpPr>
        <p:spPr>
          <a:xfrm>
            <a:off x="361975" y="4268750"/>
            <a:ext cx="1994400" cy="511200"/>
          </a:xfrm>
          <a:prstGeom prst="rect">
            <a:avLst/>
          </a:prstGeom>
        </p:spPr>
        <p:txBody>
          <a:bodyPr anchorCtr="0" anchor="t" bIns="91425" lIns="91425" spcFirstLastPara="1" rIns="91425" wrap="square" tIns="0">
            <a:noAutofit/>
          </a:bodyPr>
          <a:lstStyle>
            <a:lvl1pPr lvl="0" algn="ctr">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36" name="Google Shape;336;p28"/>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
        <p:nvSpPr>
          <p:cNvPr id="337" name="Google Shape;337;p2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Archivo"/>
              <a:buNone/>
              <a:defRPr sz="7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
        <p:nvSpPr>
          <p:cNvPr id="338" name="Google Shape;338;p28"/>
          <p:cNvSpPr txBox="1"/>
          <p:nvPr>
            <p:ph idx="4" type="title"/>
          </p:nvPr>
        </p:nvSpPr>
        <p:spPr>
          <a:xfrm>
            <a:off x="362125" y="2292638"/>
            <a:ext cx="1994100" cy="579900"/>
          </a:xfrm>
          <a:prstGeom prst="rect">
            <a:avLst/>
          </a:prstGeom>
        </p:spPr>
        <p:txBody>
          <a:bodyPr anchorCtr="0" anchor="ctr" bIns="91425" lIns="137150" spcFirstLastPara="1" rIns="137150" wrap="square" tIns="91425">
            <a:noAutofit/>
          </a:bodyPr>
          <a:lstStyle>
            <a:lvl1pPr lvl="0" algn="ctr">
              <a:spcBef>
                <a:spcPts val="0"/>
              </a:spcBef>
              <a:spcAft>
                <a:spcPts val="0"/>
              </a:spcAft>
              <a:buClr>
                <a:schemeClr val="dk1"/>
              </a:buClr>
              <a:buSzPts val="3000"/>
              <a:buFont typeface="Archivo SemiBold"/>
              <a:buNone/>
              <a:defRPr sz="1400">
                <a:latin typeface="Archivo SemiBold"/>
                <a:ea typeface="Archivo SemiBold"/>
                <a:cs typeface="Archivo SemiBold"/>
                <a:sym typeface="Archivo SemiBold"/>
              </a:defRPr>
            </a:lvl1pPr>
            <a:lvl2pPr lvl="1"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39" name="Google Shape;339;p28"/>
          <p:cNvSpPr/>
          <p:nvPr>
            <p:ph idx="5" type="pic"/>
          </p:nvPr>
        </p:nvSpPr>
        <p:spPr>
          <a:xfrm>
            <a:off x="2499750" y="2991074"/>
            <a:ext cx="1994400" cy="1147500"/>
          </a:xfrm>
          <a:prstGeom prst="roundRect">
            <a:avLst>
              <a:gd fmla="val 7060" name="adj"/>
            </a:avLst>
          </a:prstGeom>
          <a:noFill/>
          <a:ln>
            <a:noFill/>
          </a:ln>
        </p:spPr>
      </p:sp>
      <p:sp>
        <p:nvSpPr>
          <p:cNvPr id="340" name="Google Shape;340;p28"/>
          <p:cNvSpPr/>
          <p:nvPr>
            <p:ph idx="6" type="pic"/>
          </p:nvPr>
        </p:nvSpPr>
        <p:spPr>
          <a:xfrm>
            <a:off x="2499750" y="1066100"/>
            <a:ext cx="1994400" cy="1209600"/>
          </a:xfrm>
          <a:prstGeom prst="roundRect">
            <a:avLst>
              <a:gd fmla="val 7060" name="adj"/>
            </a:avLst>
          </a:prstGeom>
          <a:noFill/>
          <a:ln>
            <a:noFill/>
          </a:ln>
        </p:spPr>
      </p:sp>
      <p:sp>
        <p:nvSpPr>
          <p:cNvPr id="341" name="Google Shape;341;p28"/>
          <p:cNvSpPr txBox="1"/>
          <p:nvPr>
            <p:ph idx="7" type="title"/>
          </p:nvPr>
        </p:nvSpPr>
        <p:spPr>
          <a:xfrm>
            <a:off x="2499750" y="4268750"/>
            <a:ext cx="1994400" cy="511200"/>
          </a:xfrm>
          <a:prstGeom prst="rect">
            <a:avLst/>
          </a:prstGeom>
        </p:spPr>
        <p:txBody>
          <a:bodyPr anchorCtr="0" anchor="t" bIns="91425" lIns="91425" spcFirstLastPara="1" rIns="91425" wrap="square" tIns="0">
            <a:noAutofit/>
          </a:bodyPr>
          <a:lstStyle>
            <a:lvl1pPr lvl="0" algn="ctr">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42" name="Google Shape;342;p28"/>
          <p:cNvSpPr txBox="1"/>
          <p:nvPr>
            <p:ph idx="8" type="title"/>
          </p:nvPr>
        </p:nvSpPr>
        <p:spPr>
          <a:xfrm>
            <a:off x="2499900" y="2292638"/>
            <a:ext cx="1994100" cy="579900"/>
          </a:xfrm>
          <a:prstGeom prst="rect">
            <a:avLst/>
          </a:prstGeom>
        </p:spPr>
        <p:txBody>
          <a:bodyPr anchorCtr="0" anchor="t" bIns="91425" lIns="137150" spcFirstLastPara="1" rIns="137150" wrap="square" tIns="91425">
            <a:noAutofit/>
          </a:bodyPr>
          <a:lstStyle>
            <a:lvl1pPr lvl="0" algn="ctr">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43" name="Google Shape;343;p28"/>
          <p:cNvSpPr/>
          <p:nvPr>
            <p:ph idx="9" type="pic"/>
          </p:nvPr>
        </p:nvSpPr>
        <p:spPr>
          <a:xfrm>
            <a:off x="4637525" y="2991074"/>
            <a:ext cx="1994400" cy="1147500"/>
          </a:xfrm>
          <a:prstGeom prst="roundRect">
            <a:avLst>
              <a:gd fmla="val 7060" name="adj"/>
            </a:avLst>
          </a:prstGeom>
          <a:noFill/>
          <a:ln>
            <a:noFill/>
          </a:ln>
        </p:spPr>
      </p:sp>
      <p:sp>
        <p:nvSpPr>
          <p:cNvPr id="344" name="Google Shape;344;p28"/>
          <p:cNvSpPr/>
          <p:nvPr>
            <p:ph idx="13" type="pic"/>
          </p:nvPr>
        </p:nvSpPr>
        <p:spPr>
          <a:xfrm>
            <a:off x="4637525" y="1066100"/>
            <a:ext cx="1994400" cy="1209600"/>
          </a:xfrm>
          <a:prstGeom prst="roundRect">
            <a:avLst>
              <a:gd fmla="val 7060" name="adj"/>
            </a:avLst>
          </a:prstGeom>
          <a:noFill/>
          <a:ln>
            <a:noFill/>
          </a:ln>
        </p:spPr>
      </p:sp>
      <p:sp>
        <p:nvSpPr>
          <p:cNvPr id="345" name="Google Shape;345;p28"/>
          <p:cNvSpPr txBox="1"/>
          <p:nvPr>
            <p:ph idx="14" type="title"/>
          </p:nvPr>
        </p:nvSpPr>
        <p:spPr>
          <a:xfrm>
            <a:off x="4637525" y="4268750"/>
            <a:ext cx="1994400" cy="511200"/>
          </a:xfrm>
          <a:prstGeom prst="rect">
            <a:avLst/>
          </a:prstGeom>
        </p:spPr>
        <p:txBody>
          <a:bodyPr anchorCtr="0" anchor="t" bIns="91425" lIns="91425" spcFirstLastPara="1" rIns="91425" wrap="square" tIns="0">
            <a:noAutofit/>
          </a:bodyPr>
          <a:lstStyle>
            <a:lvl1pPr lvl="0" algn="ctr">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46" name="Google Shape;346;p28"/>
          <p:cNvSpPr txBox="1"/>
          <p:nvPr>
            <p:ph idx="15" type="title"/>
          </p:nvPr>
        </p:nvSpPr>
        <p:spPr>
          <a:xfrm>
            <a:off x="4637675" y="2292638"/>
            <a:ext cx="1994100" cy="579900"/>
          </a:xfrm>
          <a:prstGeom prst="rect">
            <a:avLst/>
          </a:prstGeom>
        </p:spPr>
        <p:txBody>
          <a:bodyPr anchorCtr="0" anchor="t" bIns="91425" lIns="137150" spcFirstLastPara="1" rIns="137150" wrap="square" tIns="91425">
            <a:noAutofit/>
          </a:bodyPr>
          <a:lstStyle>
            <a:lvl1pPr lvl="0" algn="ctr">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47" name="Google Shape;347;p28"/>
          <p:cNvSpPr/>
          <p:nvPr>
            <p:ph idx="16" type="pic"/>
          </p:nvPr>
        </p:nvSpPr>
        <p:spPr>
          <a:xfrm>
            <a:off x="6775300" y="2991074"/>
            <a:ext cx="1994400" cy="1147500"/>
          </a:xfrm>
          <a:prstGeom prst="roundRect">
            <a:avLst>
              <a:gd fmla="val 7060" name="adj"/>
            </a:avLst>
          </a:prstGeom>
          <a:noFill/>
          <a:ln>
            <a:noFill/>
          </a:ln>
        </p:spPr>
      </p:sp>
      <p:sp>
        <p:nvSpPr>
          <p:cNvPr id="348" name="Google Shape;348;p28"/>
          <p:cNvSpPr/>
          <p:nvPr>
            <p:ph idx="17" type="pic"/>
          </p:nvPr>
        </p:nvSpPr>
        <p:spPr>
          <a:xfrm>
            <a:off x="6775300" y="1066100"/>
            <a:ext cx="1994400" cy="1209600"/>
          </a:xfrm>
          <a:prstGeom prst="roundRect">
            <a:avLst>
              <a:gd fmla="val 7060" name="adj"/>
            </a:avLst>
          </a:prstGeom>
          <a:noFill/>
          <a:ln>
            <a:noFill/>
          </a:ln>
        </p:spPr>
      </p:sp>
      <p:sp>
        <p:nvSpPr>
          <p:cNvPr id="349" name="Google Shape;349;p28"/>
          <p:cNvSpPr txBox="1"/>
          <p:nvPr>
            <p:ph idx="18" type="title"/>
          </p:nvPr>
        </p:nvSpPr>
        <p:spPr>
          <a:xfrm>
            <a:off x="6775300" y="4268750"/>
            <a:ext cx="1994400" cy="511200"/>
          </a:xfrm>
          <a:prstGeom prst="rect">
            <a:avLst/>
          </a:prstGeom>
        </p:spPr>
        <p:txBody>
          <a:bodyPr anchorCtr="0" anchor="t" bIns="91425" lIns="91425" spcFirstLastPara="1" rIns="91425" wrap="square" tIns="0">
            <a:noAutofit/>
          </a:bodyPr>
          <a:lstStyle>
            <a:lvl1pPr lvl="0" algn="ctr">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50" name="Google Shape;350;p28"/>
          <p:cNvSpPr txBox="1"/>
          <p:nvPr>
            <p:ph idx="19" type="title"/>
          </p:nvPr>
        </p:nvSpPr>
        <p:spPr>
          <a:xfrm>
            <a:off x="6775450" y="2292638"/>
            <a:ext cx="1994100" cy="579900"/>
          </a:xfrm>
          <a:prstGeom prst="rect">
            <a:avLst/>
          </a:prstGeom>
        </p:spPr>
        <p:txBody>
          <a:bodyPr anchorCtr="0" anchor="t" bIns="91425" lIns="137150" spcFirstLastPara="1" rIns="137150" wrap="square" tIns="91425">
            <a:noAutofit/>
          </a:bodyPr>
          <a:lstStyle>
            <a:lvl1pPr lvl="0" algn="ctr">
              <a:spcBef>
                <a:spcPts val="0"/>
              </a:spcBef>
              <a:spcAft>
                <a:spcPts val="0"/>
              </a:spcAft>
              <a:buClr>
                <a:schemeClr val="dk1"/>
              </a:buClr>
              <a:buSzPts val="3000"/>
              <a:buFont typeface="Archivo SemiBold"/>
              <a:buNone/>
              <a:defRPr>
                <a:latin typeface="Archivo SemiBold"/>
                <a:ea typeface="Archivo SemiBold"/>
                <a:cs typeface="Archivo SemiBold"/>
                <a:sym typeface="Archivo SemiBold"/>
              </a:defRPr>
            </a:lvl1pPr>
            <a:lvl2pPr lvl="1"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2pPr>
            <a:lvl3pPr lvl="2"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3pPr>
            <a:lvl4pPr lvl="3"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4pPr>
            <a:lvl5pPr lvl="4"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5pPr>
            <a:lvl6pPr lvl="5"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6pPr>
            <a:lvl7pPr lvl="6"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7pPr>
            <a:lvl8pPr lvl="7"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8pPr>
            <a:lvl9pPr lvl="8" algn="ctr">
              <a:spcBef>
                <a:spcPts val="0"/>
              </a:spcBef>
              <a:spcAft>
                <a:spcPts val="0"/>
              </a:spcAft>
              <a:buClr>
                <a:schemeClr val="dk1"/>
              </a:buClr>
              <a:buSzPts val="1400"/>
              <a:buFont typeface="Archivo SemiBold"/>
              <a:buNone/>
              <a:defRPr>
                <a:solidFill>
                  <a:schemeClr val="dk1"/>
                </a:solidFill>
                <a:latin typeface="Archivo SemiBold"/>
                <a:ea typeface="Archivo SemiBold"/>
                <a:cs typeface="Archivo SemiBold"/>
                <a:sym typeface="Archivo SemiBold"/>
              </a:defRPr>
            </a:lvl9pPr>
          </a:lstStyle>
          <a:p/>
        </p:txBody>
      </p:sp>
      <p:sp>
        <p:nvSpPr>
          <p:cNvPr id="351" name="Google Shape;351;p28"/>
          <p:cNvSpPr txBox="1"/>
          <p:nvPr>
            <p:ph idx="20" type="subTitle"/>
          </p:nvPr>
        </p:nvSpPr>
        <p:spPr>
          <a:xfrm>
            <a:off x="361975" y="539900"/>
            <a:ext cx="8367600" cy="31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2000"/>
              <a:buFont typeface="Archivo"/>
              <a:buNone/>
              <a:defRPr sz="2000"/>
            </a:lvl1pPr>
            <a:lvl2pPr lvl="1">
              <a:spcBef>
                <a:spcPts val="0"/>
              </a:spcBef>
              <a:spcAft>
                <a:spcPts val="0"/>
              </a:spcAft>
              <a:buClr>
                <a:schemeClr val="dk1"/>
              </a:buClr>
              <a:buSzPts val="1400"/>
              <a:buFont typeface="Archivo"/>
              <a:buNone/>
              <a:defRPr>
                <a:solidFill>
                  <a:schemeClr val="dk1"/>
                </a:solidFill>
              </a:defRPr>
            </a:lvl2pPr>
            <a:lvl3pPr lvl="2">
              <a:spcBef>
                <a:spcPts val="0"/>
              </a:spcBef>
              <a:spcAft>
                <a:spcPts val="0"/>
              </a:spcAft>
              <a:buClr>
                <a:schemeClr val="dk1"/>
              </a:buClr>
              <a:buSzPts val="1400"/>
              <a:buFont typeface="Archivo"/>
              <a:buNone/>
              <a:defRPr>
                <a:solidFill>
                  <a:schemeClr val="dk1"/>
                </a:solidFill>
              </a:defRPr>
            </a:lvl3pPr>
            <a:lvl4pPr lvl="3">
              <a:spcBef>
                <a:spcPts val="0"/>
              </a:spcBef>
              <a:spcAft>
                <a:spcPts val="0"/>
              </a:spcAft>
              <a:buClr>
                <a:schemeClr val="dk1"/>
              </a:buClr>
              <a:buSzPts val="1400"/>
              <a:buFont typeface="Archivo"/>
              <a:buNone/>
              <a:defRPr>
                <a:solidFill>
                  <a:schemeClr val="dk1"/>
                </a:solidFill>
              </a:defRPr>
            </a:lvl4pPr>
            <a:lvl5pPr lvl="4">
              <a:spcBef>
                <a:spcPts val="0"/>
              </a:spcBef>
              <a:spcAft>
                <a:spcPts val="0"/>
              </a:spcAft>
              <a:buClr>
                <a:schemeClr val="dk1"/>
              </a:buClr>
              <a:buSzPts val="1400"/>
              <a:buFont typeface="Archivo"/>
              <a:buNone/>
              <a:defRPr>
                <a:solidFill>
                  <a:schemeClr val="dk1"/>
                </a:solidFill>
              </a:defRPr>
            </a:lvl5pPr>
            <a:lvl6pPr lvl="5">
              <a:spcBef>
                <a:spcPts val="0"/>
              </a:spcBef>
              <a:spcAft>
                <a:spcPts val="0"/>
              </a:spcAft>
              <a:buClr>
                <a:schemeClr val="dk1"/>
              </a:buClr>
              <a:buSzPts val="1400"/>
              <a:buFont typeface="Archivo"/>
              <a:buNone/>
              <a:defRPr>
                <a:solidFill>
                  <a:schemeClr val="dk1"/>
                </a:solidFill>
              </a:defRPr>
            </a:lvl6pPr>
            <a:lvl7pPr lvl="6">
              <a:spcBef>
                <a:spcPts val="0"/>
              </a:spcBef>
              <a:spcAft>
                <a:spcPts val="0"/>
              </a:spcAft>
              <a:buClr>
                <a:schemeClr val="dk1"/>
              </a:buClr>
              <a:buSzPts val="1400"/>
              <a:buFont typeface="Archivo"/>
              <a:buNone/>
              <a:defRPr>
                <a:solidFill>
                  <a:schemeClr val="dk1"/>
                </a:solidFill>
              </a:defRPr>
            </a:lvl7pPr>
            <a:lvl8pPr lvl="7">
              <a:spcBef>
                <a:spcPts val="0"/>
              </a:spcBef>
              <a:spcAft>
                <a:spcPts val="0"/>
              </a:spcAft>
              <a:buClr>
                <a:schemeClr val="dk1"/>
              </a:buClr>
              <a:buSzPts val="1400"/>
              <a:buFont typeface="Archivo"/>
              <a:buNone/>
              <a:defRPr>
                <a:solidFill>
                  <a:schemeClr val="dk1"/>
                </a:solidFill>
              </a:defRPr>
            </a:lvl8pPr>
            <a:lvl9pPr lvl="8">
              <a:spcBef>
                <a:spcPts val="0"/>
              </a:spcBef>
              <a:spcAft>
                <a:spcPts val="0"/>
              </a:spcAft>
              <a:buClr>
                <a:schemeClr val="dk1"/>
              </a:buClr>
              <a:buSzPts val="1400"/>
              <a:buFont typeface="Archivo"/>
              <a:buNone/>
              <a:defRPr>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52" name="Shape 352"/>
        <p:cNvGrpSpPr/>
        <p:nvPr/>
      </p:nvGrpSpPr>
      <p:grpSpPr>
        <a:xfrm>
          <a:off x="0" y="0"/>
          <a:ext cx="0" cy="0"/>
          <a:chOff x="0" y="0"/>
          <a:chExt cx="0" cy="0"/>
        </a:xfrm>
      </p:grpSpPr>
      <p:sp>
        <p:nvSpPr>
          <p:cNvPr id="353" name="Google Shape;353;p2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54" name="Google Shape;354;p29"/>
          <p:cNvSpPr txBox="1"/>
          <p:nvPr>
            <p:ph idx="1" type="subTitle"/>
          </p:nvPr>
        </p:nvSpPr>
        <p:spPr>
          <a:xfrm>
            <a:off x="311700" y="2834125"/>
            <a:ext cx="8520600" cy="792600"/>
          </a:xfrm>
          <a:prstGeom prst="rect">
            <a:avLst/>
          </a:prstGeom>
        </p:spPr>
        <p:txBody>
          <a:bodyPr anchorCtr="0" anchor="t" bIns="91425" lIns="0"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355" name="Google Shape;355;p29"/>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56" name="Shape 356"/>
        <p:cNvGrpSpPr/>
        <p:nvPr/>
      </p:nvGrpSpPr>
      <p:grpSpPr>
        <a:xfrm>
          <a:off x="0" y="0"/>
          <a:ext cx="0" cy="0"/>
          <a:chOff x="0" y="0"/>
          <a:chExt cx="0" cy="0"/>
        </a:xfrm>
      </p:grpSpPr>
      <p:sp>
        <p:nvSpPr>
          <p:cNvPr id="357" name="Google Shape;357;p3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58" name="Google Shape;358;p30"/>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59" name="Shape 359"/>
        <p:cNvGrpSpPr/>
        <p:nvPr/>
      </p:nvGrpSpPr>
      <p:grpSpPr>
        <a:xfrm>
          <a:off x="0" y="0"/>
          <a:ext cx="0" cy="0"/>
          <a:chOff x="0" y="0"/>
          <a:chExt cx="0" cy="0"/>
        </a:xfrm>
      </p:grpSpPr>
      <p:sp>
        <p:nvSpPr>
          <p:cNvPr id="360" name="Google Shape;360;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1" name="Google Shape;361;p3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2" name="Google Shape;362;p31"/>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63" name="Shape 363"/>
        <p:cNvGrpSpPr/>
        <p:nvPr/>
      </p:nvGrpSpPr>
      <p:grpSpPr>
        <a:xfrm>
          <a:off x="0" y="0"/>
          <a:ext cx="0" cy="0"/>
          <a:chOff x="0" y="0"/>
          <a:chExt cx="0" cy="0"/>
        </a:xfrm>
      </p:grpSpPr>
      <p:sp>
        <p:nvSpPr>
          <p:cNvPr id="364" name="Google Shape;364;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5" name="Google Shape;365;p32"/>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6" name="Google Shape;366;p32"/>
          <p:cNvSpPr txBox="1"/>
          <p:nvPr>
            <p:ph idx="2" type="body"/>
          </p:nvPr>
        </p:nvSpPr>
        <p:spPr>
          <a:xfrm>
            <a:off x="4832400" y="1152475"/>
            <a:ext cx="3999900" cy="3416400"/>
          </a:xfrm>
          <a:prstGeom prst="rect">
            <a:avLst/>
          </a:prstGeom>
        </p:spPr>
        <p:txBody>
          <a:bodyPr anchorCtr="0" anchor="t" bIns="91425" lIns="0"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67" name="Google Shape;367;p32"/>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68" name="Shape 368"/>
        <p:cNvGrpSpPr/>
        <p:nvPr/>
      </p:nvGrpSpPr>
      <p:grpSpPr>
        <a:xfrm>
          <a:off x="0" y="0"/>
          <a:ext cx="0" cy="0"/>
          <a:chOff x="0" y="0"/>
          <a:chExt cx="0" cy="0"/>
        </a:xfrm>
      </p:grpSpPr>
      <p:sp>
        <p:nvSpPr>
          <p:cNvPr id="369" name="Google Shape;369;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0" name="Google Shape;370;p33"/>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71" name="Shape 371"/>
        <p:cNvGrpSpPr/>
        <p:nvPr/>
      </p:nvGrpSpPr>
      <p:grpSpPr>
        <a:xfrm>
          <a:off x="0" y="0"/>
          <a:ext cx="0" cy="0"/>
          <a:chOff x="0" y="0"/>
          <a:chExt cx="0" cy="0"/>
        </a:xfrm>
      </p:grpSpPr>
      <p:sp>
        <p:nvSpPr>
          <p:cNvPr id="372" name="Google Shape;372;p34"/>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3" name="Google Shape;373;p34"/>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4" name="Google Shape;374;p34"/>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75" name="Shape 375"/>
        <p:cNvGrpSpPr/>
        <p:nvPr/>
      </p:nvGrpSpPr>
      <p:grpSpPr>
        <a:xfrm>
          <a:off x="0" y="0"/>
          <a:ext cx="0" cy="0"/>
          <a:chOff x="0" y="0"/>
          <a:chExt cx="0" cy="0"/>
        </a:xfrm>
      </p:grpSpPr>
      <p:sp>
        <p:nvSpPr>
          <p:cNvPr id="376" name="Google Shape;376;p35"/>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7" name="Google Shape;377;p35"/>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78" name="Shape 378"/>
        <p:cNvGrpSpPr/>
        <p:nvPr/>
      </p:nvGrpSpPr>
      <p:grpSpPr>
        <a:xfrm>
          <a:off x="0" y="0"/>
          <a:ext cx="0" cy="0"/>
          <a:chOff x="0" y="0"/>
          <a:chExt cx="0" cy="0"/>
        </a:xfrm>
      </p:grpSpPr>
      <p:sp>
        <p:nvSpPr>
          <p:cNvPr id="379" name="Google Shape;379;p36"/>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0" name="Google Shape;380;p36"/>
          <p:cNvSpPr txBox="1"/>
          <p:nvPr>
            <p:ph idx="1" type="subTitle"/>
          </p:nvPr>
        </p:nvSpPr>
        <p:spPr>
          <a:xfrm>
            <a:off x="265500" y="2803075"/>
            <a:ext cx="4045200" cy="1235100"/>
          </a:xfrm>
          <a:prstGeom prst="rect">
            <a:avLst/>
          </a:prstGeom>
        </p:spPr>
        <p:txBody>
          <a:bodyPr anchorCtr="0" anchor="t" bIns="91425" lIns="0"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81" name="Google Shape;381;p3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2" name="Google Shape;382;p36"/>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83" name="Shape 383"/>
        <p:cNvGrpSpPr/>
        <p:nvPr/>
      </p:nvGrpSpPr>
      <p:grpSpPr>
        <a:xfrm>
          <a:off x="0" y="0"/>
          <a:ext cx="0" cy="0"/>
          <a:chOff x="0" y="0"/>
          <a:chExt cx="0" cy="0"/>
        </a:xfrm>
      </p:grpSpPr>
      <p:sp>
        <p:nvSpPr>
          <p:cNvPr id="384" name="Google Shape;384;p37"/>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
        <p:nvSpPr>
          <p:cNvPr id="385" name="Google Shape;385;p37"/>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86" name="Shape 386"/>
        <p:cNvGrpSpPr/>
        <p:nvPr/>
      </p:nvGrpSpPr>
      <p:grpSpPr>
        <a:xfrm>
          <a:off x="0" y="0"/>
          <a:ext cx="0" cy="0"/>
          <a:chOff x="0" y="0"/>
          <a:chExt cx="0" cy="0"/>
        </a:xfrm>
      </p:grpSpPr>
      <p:sp>
        <p:nvSpPr>
          <p:cNvPr id="387" name="Google Shape;387;p38"/>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88" name="Google Shape;388;p38"/>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389" name="Google Shape;389;p38"/>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90" name="Shape 390"/>
        <p:cNvGrpSpPr/>
        <p:nvPr/>
      </p:nvGrpSpPr>
      <p:grpSpPr>
        <a:xfrm>
          <a:off x="0" y="0"/>
          <a:ext cx="0" cy="0"/>
          <a:chOff x="0" y="0"/>
          <a:chExt cx="0" cy="0"/>
        </a:xfrm>
      </p:grpSpPr>
      <p:sp>
        <p:nvSpPr>
          <p:cNvPr id="391" name="Google Shape;391;p39"/>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92" name="Shape 392"/>
        <p:cNvGrpSpPr/>
        <p:nvPr/>
      </p:nvGrpSpPr>
      <p:grpSpPr>
        <a:xfrm>
          <a:off x="0" y="0"/>
          <a:ext cx="0" cy="0"/>
          <a:chOff x="0" y="0"/>
          <a:chExt cx="0" cy="0"/>
        </a:xfrm>
      </p:grpSpPr>
      <p:sp>
        <p:nvSpPr>
          <p:cNvPr id="393" name="Google Shape;393;p40"/>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4" name="Google Shape;394;p40"/>
          <p:cNvSpPr txBox="1"/>
          <p:nvPr>
            <p:ph idx="1" type="subTitle"/>
          </p:nvPr>
        </p:nvSpPr>
        <p:spPr>
          <a:xfrm>
            <a:off x="4406650" y="39375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5" name="Google Shape;395;p40"/>
          <p:cNvSpPr txBox="1"/>
          <p:nvPr>
            <p:ph idx="2" type="subTitle"/>
          </p:nvPr>
        </p:nvSpPr>
        <p:spPr>
          <a:xfrm>
            <a:off x="4406650" y="115170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40"/>
          <p:cNvSpPr txBox="1"/>
          <p:nvPr>
            <p:ph idx="3" type="subTitle"/>
          </p:nvPr>
        </p:nvSpPr>
        <p:spPr>
          <a:xfrm>
            <a:off x="4406650" y="342557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40"/>
          <p:cNvSpPr txBox="1"/>
          <p:nvPr>
            <p:ph idx="4" type="subTitle"/>
          </p:nvPr>
        </p:nvSpPr>
        <p:spPr>
          <a:xfrm>
            <a:off x="4406650" y="190966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8" name="Google Shape;398;p40"/>
          <p:cNvSpPr txBox="1"/>
          <p:nvPr>
            <p:ph idx="5" type="subTitle"/>
          </p:nvPr>
        </p:nvSpPr>
        <p:spPr>
          <a:xfrm>
            <a:off x="4406650" y="418352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9" name="Google Shape;399;p40"/>
          <p:cNvSpPr txBox="1"/>
          <p:nvPr>
            <p:ph idx="6" type="subTitle"/>
          </p:nvPr>
        </p:nvSpPr>
        <p:spPr>
          <a:xfrm>
            <a:off x="4406650" y="266761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0" name="Google Shape;400;p40"/>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01" name="Shape 401"/>
        <p:cNvGrpSpPr/>
        <p:nvPr/>
      </p:nvGrpSpPr>
      <p:grpSpPr>
        <a:xfrm>
          <a:off x="0" y="0"/>
          <a:ext cx="0" cy="0"/>
          <a:chOff x="0" y="0"/>
          <a:chExt cx="0" cy="0"/>
        </a:xfrm>
      </p:grpSpPr>
      <p:sp>
        <p:nvSpPr>
          <p:cNvPr id="402" name="Google Shape;402;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3" name="Google Shape;403;p41"/>
          <p:cNvSpPr txBox="1"/>
          <p:nvPr>
            <p:ph idx="1" type="body"/>
          </p:nvPr>
        </p:nvSpPr>
        <p:spPr>
          <a:xfrm>
            <a:off x="311700" y="1152475"/>
            <a:ext cx="4473900" cy="3416400"/>
          </a:xfrm>
          <a:prstGeom prst="rect">
            <a:avLst/>
          </a:prstGeom>
        </p:spPr>
        <p:txBody>
          <a:bodyPr anchorCtr="0" anchor="t" bIns="91425" lIns="0"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4" name="Google Shape;404;p41"/>
          <p:cNvSpPr/>
          <p:nvPr>
            <p:ph idx="2" type="pic"/>
          </p:nvPr>
        </p:nvSpPr>
        <p:spPr>
          <a:xfrm>
            <a:off x="4992024" y="1152775"/>
            <a:ext cx="3840300" cy="3416400"/>
          </a:xfrm>
          <a:prstGeom prst="rect">
            <a:avLst/>
          </a:prstGeom>
          <a:noFill/>
          <a:ln>
            <a:noFill/>
          </a:ln>
        </p:spPr>
      </p:sp>
      <p:sp>
        <p:nvSpPr>
          <p:cNvPr id="405" name="Google Shape;405;p41"/>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06" name="Shape 406"/>
        <p:cNvGrpSpPr/>
        <p:nvPr/>
      </p:nvGrpSpPr>
      <p:grpSpPr>
        <a:xfrm>
          <a:off x="0" y="0"/>
          <a:ext cx="0" cy="0"/>
          <a:chOff x="0" y="0"/>
          <a:chExt cx="0" cy="0"/>
        </a:xfrm>
      </p:grpSpPr>
      <p:sp>
        <p:nvSpPr>
          <p:cNvPr id="407" name="Google Shape;407;p42"/>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8" name="Google Shape;408;p42"/>
          <p:cNvSpPr txBox="1"/>
          <p:nvPr>
            <p:ph idx="1" type="body"/>
          </p:nvPr>
        </p:nvSpPr>
        <p:spPr>
          <a:xfrm>
            <a:off x="483150" y="2237788"/>
            <a:ext cx="3619800" cy="2373600"/>
          </a:xfrm>
          <a:prstGeom prst="rect">
            <a:avLst/>
          </a:prstGeom>
        </p:spPr>
        <p:txBody>
          <a:bodyPr anchorCtr="0" anchor="t" bIns="91425" lIns="0"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9" name="Google Shape;409;p42"/>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0" name="Google Shape;410;p42"/>
          <p:cNvSpPr txBox="1"/>
          <p:nvPr>
            <p:ph idx="3" type="subTitle"/>
          </p:nvPr>
        </p:nvSpPr>
        <p:spPr>
          <a:xfrm>
            <a:off x="48315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1" name="Google Shape;411;p42"/>
          <p:cNvSpPr txBox="1"/>
          <p:nvPr>
            <p:ph idx="4" type="subTitle"/>
          </p:nvPr>
        </p:nvSpPr>
        <p:spPr>
          <a:xfrm>
            <a:off x="504800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2" name="Google Shape;412;p42"/>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13" name="Shape 413"/>
        <p:cNvGrpSpPr/>
        <p:nvPr/>
      </p:nvGrpSpPr>
      <p:grpSpPr>
        <a:xfrm>
          <a:off x="0" y="0"/>
          <a:ext cx="0" cy="0"/>
          <a:chOff x="0" y="0"/>
          <a:chExt cx="0" cy="0"/>
        </a:xfrm>
      </p:grpSpPr>
      <p:sp>
        <p:nvSpPr>
          <p:cNvPr id="414" name="Google Shape;414;p43"/>
          <p:cNvSpPr txBox="1"/>
          <p:nvPr>
            <p:ph idx="1" type="body"/>
          </p:nvPr>
        </p:nvSpPr>
        <p:spPr>
          <a:xfrm>
            <a:off x="483175" y="2417500"/>
            <a:ext cx="2455500" cy="2373600"/>
          </a:xfrm>
          <a:prstGeom prst="rect">
            <a:avLst/>
          </a:prstGeom>
        </p:spPr>
        <p:txBody>
          <a:bodyPr anchorCtr="0" anchor="t" bIns="91425" lIns="0"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5" name="Google Shape;415;p43"/>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6" name="Google Shape;416;p4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7" name="Google Shape;417;p43"/>
          <p:cNvSpPr txBox="1"/>
          <p:nvPr>
            <p:ph idx="3" type="subTitle"/>
          </p:nvPr>
        </p:nvSpPr>
        <p:spPr>
          <a:xfrm>
            <a:off x="4831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8" name="Google Shape;418;p43"/>
          <p:cNvSpPr txBox="1"/>
          <p:nvPr>
            <p:ph idx="4" type="subTitle"/>
          </p:nvPr>
        </p:nvSpPr>
        <p:spPr>
          <a:xfrm>
            <a:off x="334772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9" name="Google Shape;419;p43"/>
          <p:cNvSpPr txBox="1"/>
          <p:nvPr>
            <p:ph idx="5" type="subTitle"/>
          </p:nvPr>
        </p:nvSpPr>
        <p:spPr>
          <a:xfrm>
            <a:off x="62122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0" name="Google Shape;420;p43"/>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1" name="Google Shape;421;p43"/>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22" name="Shape 422"/>
        <p:cNvGrpSpPr/>
        <p:nvPr/>
      </p:nvGrpSpPr>
      <p:grpSpPr>
        <a:xfrm>
          <a:off x="0" y="0"/>
          <a:ext cx="0" cy="0"/>
          <a:chOff x="0" y="0"/>
          <a:chExt cx="0" cy="0"/>
        </a:xfrm>
      </p:grpSpPr>
      <p:sp>
        <p:nvSpPr>
          <p:cNvPr id="423" name="Google Shape;423;p44"/>
          <p:cNvSpPr txBox="1"/>
          <p:nvPr>
            <p:ph idx="1" type="body"/>
          </p:nvPr>
        </p:nvSpPr>
        <p:spPr>
          <a:xfrm>
            <a:off x="366725" y="1759093"/>
            <a:ext cx="3838500" cy="1138500"/>
          </a:xfrm>
          <a:prstGeom prst="rect">
            <a:avLst/>
          </a:prstGeom>
        </p:spPr>
        <p:txBody>
          <a:bodyPr anchorCtr="0" anchor="t" bIns="91425" lIns="0"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24" name="Google Shape;424;p44"/>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5" name="Google Shape;425;p44"/>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6" name="Google Shape;426;p44"/>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7" name="Google Shape;427;p44"/>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28" name="Google Shape;428;p44"/>
          <p:cNvSpPr txBox="1"/>
          <p:nvPr>
            <p:ph idx="5" type="subTitle"/>
          </p:nvPr>
        </p:nvSpPr>
        <p:spPr>
          <a:xfrm>
            <a:off x="366763"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29" name="Google Shape;429;p44"/>
          <p:cNvSpPr txBox="1"/>
          <p:nvPr>
            <p:ph idx="6" type="subTitle"/>
          </p:nvPr>
        </p:nvSpPr>
        <p:spPr>
          <a:xfrm>
            <a:off x="4938738"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0" name="Google Shape;430;p44"/>
          <p:cNvSpPr txBox="1"/>
          <p:nvPr>
            <p:ph idx="7" type="subTitle"/>
          </p:nvPr>
        </p:nvSpPr>
        <p:spPr>
          <a:xfrm>
            <a:off x="4938761"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1" name="Google Shape;431;p44"/>
          <p:cNvSpPr txBox="1"/>
          <p:nvPr>
            <p:ph idx="8" type="subTitle"/>
          </p:nvPr>
        </p:nvSpPr>
        <p:spPr>
          <a:xfrm>
            <a:off x="366750"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32" name="Google Shape;432;p44"/>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33" name="Shape 433"/>
        <p:cNvGrpSpPr/>
        <p:nvPr/>
      </p:nvGrpSpPr>
      <p:grpSpPr>
        <a:xfrm>
          <a:off x="0" y="0"/>
          <a:ext cx="0" cy="0"/>
          <a:chOff x="0" y="0"/>
          <a:chExt cx="0" cy="0"/>
        </a:xfrm>
      </p:grpSpPr>
      <p:sp>
        <p:nvSpPr>
          <p:cNvPr id="434" name="Google Shape;434;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5" name="Google Shape;435;p45"/>
          <p:cNvSpPr/>
          <p:nvPr>
            <p:ph idx="2" type="pic"/>
          </p:nvPr>
        </p:nvSpPr>
        <p:spPr>
          <a:xfrm>
            <a:off x="311700" y="1170425"/>
            <a:ext cx="8520600" cy="3492900"/>
          </a:xfrm>
          <a:prstGeom prst="rect">
            <a:avLst/>
          </a:prstGeom>
          <a:noFill/>
          <a:ln>
            <a:noFill/>
          </a:ln>
        </p:spPr>
      </p:sp>
      <p:sp>
        <p:nvSpPr>
          <p:cNvPr id="436" name="Google Shape;436;p45"/>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37" name="Shape 437"/>
        <p:cNvGrpSpPr/>
        <p:nvPr/>
      </p:nvGrpSpPr>
      <p:grpSpPr>
        <a:xfrm>
          <a:off x="0" y="0"/>
          <a:ext cx="0" cy="0"/>
          <a:chOff x="0" y="0"/>
          <a:chExt cx="0" cy="0"/>
        </a:xfrm>
      </p:grpSpPr>
      <p:sp>
        <p:nvSpPr>
          <p:cNvPr id="438" name="Google Shape;438;p46"/>
          <p:cNvSpPr txBox="1"/>
          <p:nvPr>
            <p:ph idx="1" type="body"/>
          </p:nvPr>
        </p:nvSpPr>
        <p:spPr>
          <a:xfrm>
            <a:off x="311700" y="4080225"/>
            <a:ext cx="4027500" cy="926100"/>
          </a:xfrm>
          <a:prstGeom prst="rect">
            <a:avLst/>
          </a:prstGeom>
        </p:spPr>
        <p:txBody>
          <a:bodyPr anchorCtr="0" anchor="t" bIns="91425" lIns="0"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39" name="Google Shape;439;p46"/>
          <p:cNvSpPr/>
          <p:nvPr>
            <p:ph idx="2" type="pic"/>
          </p:nvPr>
        </p:nvSpPr>
        <p:spPr>
          <a:xfrm>
            <a:off x="4804825" y="1133300"/>
            <a:ext cx="4027500" cy="2392800"/>
          </a:xfrm>
          <a:prstGeom prst="rect">
            <a:avLst/>
          </a:prstGeom>
          <a:noFill/>
          <a:ln>
            <a:noFill/>
          </a:ln>
        </p:spPr>
      </p:sp>
      <p:sp>
        <p:nvSpPr>
          <p:cNvPr id="440" name="Google Shape;440;p46"/>
          <p:cNvSpPr/>
          <p:nvPr>
            <p:ph idx="3" type="pic"/>
          </p:nvPr>
        </p:nvSpPr>
        <p:spPr>
          <a:xfrm>
            <a:off x="311725" y="1133300"/>
            <a:ext cx="4027500" cy="2392800"/>
          </a:xfrm>
          <a:prstGeom prst="rect">
            <a:avLst/>
          </a:prstGeom>
          <a:noFill/>
          <a:ln>
            <a:noFill/>
          </a:ln>
        </p:spPr>
      </p:sp>
      <p:sp>
        <p:nvSpPr>
          <p:cNvPr id="441" name="Google Shape;441;p46"/>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42" name="Google Shape;442;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3" name="Google Shape;443;p46"/>
          <p:cNvSpPr txBox="1"/>
          <p:nvPr>
            <p:ph idx="5" type="subTitle"/>
          </p:nvPr>
        </p:nvSpPr>
        <p:spPr>
          <a:xfrm>
            <a:off x="3117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44" name="Google Shape;444;p46"/>
          <p:cNvSpPr txBox="1"/>
          <p:nvPr>
            <p:ph idx="6" type="subTitle"/>
          </p:nvPr>
        </p:nvSpPr>
        <p:spPr>
          <a:xfrm>
            <a:off x="48048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45" name="Google Shape;445;p46"/>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46" name="Shape 446"/>
        <p:cNvGrpSpPr/>
        <p:nvPr/>
      </p:nvGrpSpPr>
      <p:grpSpPr>
        <a:xfrm>
          <a:off x="0" y="0"/>
          <a:ext cx="0" cy="0"/>
          <a:chOff x="0" y="0"/>
          <a:chExt cx="0" cy="0"/>
        </a:xfrm>
      </p:grpSpPr>
      <p:sp>
        <p:nvSpPr>
          <p:cNvPr id="447" name="Google Shape;447;p47"/>
          <p:cNvSpPr txBox="1"/>
          <p:nvPr>
            <p:ph idx="1" type="body"/>
          </p:nvPr>
        </p:nvSpPr>
        <p:spPr>
          <a:xfrm>
            <a:off x="311700" y="3911700"/>
            <a:ext cx="2627100" cy="1018500"/>
          </a:xfrm>
          <a:prstGeom prst="rect">
            <a:avLst/>
          </a:prstGeom>
        </p:spPr>
        <p:txBody>
          <a:bodyPr anchorCtr="0" anchor="t" bIns="91425" lIns="0"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8" name="Google Shape;448;p47"/>
          <p:cNvSpPr/>
          <p:nvPr>
            <p:ph idx="2" type="pic"/>
          </p:nvPr>
        </p:nvSpPr>
        <p:spPr>
          <a:xfrm>
            <a:off x="6205225" y="1128325"/>
            <a:ext cx="2627100" cy="2273100"/>
          </a:xfrm>
          <a:prstGeom prst="rect">
            <a:avLst/>
          </a:prstGeom>
          <a:noFill/>
          <a:ln>
            <a:noFill/>
          </a:ln>
        </p:spPr>
      </p:sp>
      <p:sp>
        <p:nvSpPr>
          <p:cNvPr id="449" name="Google Shape;449;p47"/>
          <p:cNvSpPr/>
          <p:nvPr>
            <p:ph idx="3" type="pic"/>
          </p:nvPr>
        </p:nvSpPr>
        <p:spPr>
          <a:xfrm>
            <a:off x="311725" y="1128325"/>
            <a:ext cx="2627100" cy="2273100"/>
          </a:xfrm>
          <a:prstGeom prst="rect">
            <a:avLst/>
          </a:prstGeom>
          <a:noFill/>
          <a:ln>
            <a:noFill/>
          </a:ln>
        </p:spPr>
      </p:sp>
      <p:sp>
        <p:nvSpPr>
          <p:cNvPr id="450" name="Google Shape;450;p47"/>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1" name="Google Shape;451;p47"/>
          <p:cNvSpPr/>
          <p:nvPr>
            <p:ph idx="5" type="pic"/>
          </p:nvPr>
        </p:nvSpPr>
        <p:spPr>
          <a:xfrm>
            <a:off x="3255250" y="1128325"/>
            <a:ext cx="2627100" cy="2273100"/>
          </a:xfrm>
          <a:prstGeom prst="rect">
            <a:avLst/>
          </a:prstGeom>
          <a:noFill/>
          <a:ln>
            <a:noFill/>
          </a:ln>
        </p:spPr>
      </p:sp>
      <p:sp>
        <p:nvSpPr>
          <p:cNvPr id="452" name="Google Shape;452;p47"/>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3" name="Google Shape;453;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4" name="Google Shape;454;p47"/>
          <p:cNvSpPr txBox="1"/>
          <p:nvPr>
            <p:ph idx="7" type="subTitle"/>
          </p:nvPr>
        </p:nvSpPr>
        <p:spPr>
          <a:xfrm>
            <a:off x="3117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5" name="Google Shape;455;p47"/>
          <p:cNvSpPr txBox="1"/>
          <p:nvPr>
            <p:ph idx="8" type="subTitle"/>
          </p:nvPr>
        </p:nvSpPr>
        <p:spPr>
          <a:xfrm>
            <a:off x="62052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6" name="Google Shape;456;p47"/>
          <p:cNvSpPr txBox="1"/>
          <p:nvPr>
            <p:ph idx="9" type="subTitle"/>
          </p:nvPr>
        </p:nvSpPr>
        <p:spPr>
          <a:xfrm>
            <a:off x="3255250"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57" name="Google Shape;457;p47"/>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58" name="Shape 458"/>
        <p:cNvGrpSpPr/>
        <p:nvPr/>
      </p:nvGrpSpPr>
      <p:grpSpPr>
        <a:xfrm>
          <a:off x="0" y="0"/>
          <a:ext cx="0" cy="0"/>
          <a:chOff x="0" y="0"/>
          <a:chExt cx="0" cy="0"/>
        </a:xfrm>
      </p:grpSpPr>
      <p:sp>
        <p:nvSpPr>
          <p:cNvPr id="459" name="Google Shape;459;p48"/>
          <p:cNvSpPr/>
          <p:nvPr>
            <p:ph idx="2" type="pic"/>
          </p:nvPr>
        </p:nvSpPr>
        <p:spPr>
          <a:xfrm>
            <a:off x="311700" y="445025"/>
            <a:ext cx="8520600" cy="4218300"/>
          </a:xfrm>
          <a:prstGeom prst="rect">
            <a:avLst/>
          </a:prstGeom>
          <a:noFill/>
          <a:ln>
            <a:noFill/>
          </a:ln>
        </p:spPr>
      </p:sp>
      <p:sp>
        <p:nvSpPr>
          <p:cNvPr id="460" name="Google Shape;460;p48"/>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61" name="Shape 461"/>
        <p:cNvGrpSpPr/>
        <p:nvPr/>
      </p:nvGrpSpPr>
      <p:grpSpPr>
        <a:xfrm>
          <a:off x="0" y="0"/>
          <a:ext cx="0" cy="0"/>
          <a:chOff x="0" y="0"/>
          <a:chExt cx="0" cy="0"/>
        </a:xfrm>
      </p:grpSpPr>
      <p:sp>
        <p:nvSpPr>
          <p:cNvPr id="462" name="Google Shape;462;p49"/>
          <p:cNvSpPr/>
          <p:nvPr>
            <p:ph idx="2" type="pic"/>
          </p:nvPr>
        </p:nvSpPr>
        <p:spPr>
          <a:xfrm>
            <a:off x="3389600" y="118913"/>
            <a:ext cx="1643700" cy="1535100"/>
          </a:xfrm>
          <a:prstGeom prst="rect">
            <a:avLst/>
          </a:prstGeom>
          <a:noFill/>
          <a:ln>
            <a:noFill/>
          </a:ln>
        </p:spPr>
      </p:sp>
      <p:sp>
        <p:nvSpPr>
          <p:cNvPr id="463" name="Google Shape;463;p49"/>
          <p:cNvSpPr/>
          <p:nvPr>
            <p:ph idx="3" type="pic"/>
          </p:nvPr>
        </p:nvSpPr>
        <p:spPr>
          <a:xfrm>
            <a:off x="5195935" y="118913"/>
            <a:ext cx="1643700" cy="1535100"/>
          </a:xfrm>
          <a:prstGeom prst="rect">
            <a:avLst/>
          </a:prstGeom>
          <a:noFill/>
          <a:ln>
            <a:noFill/>
          </a:ln>
        </p:spPr>
      </p:sp>
      <p:sp>
        <p:nvSpPr>
          <p:cNvPr id="464" name="Google Shape;464;p49"/>
          <p:cNvSpPr/>
          <p:nvPr>
            <p:ph idx="4" type="pic"/>
          </p:nvPr>
        </p:nvSpPr>
        <p:spPr>
          <a:xfrm>
            <a:off x="7002270" y="118913"/>
            <a:ext cx="1643700" cy="1535100"/>
          </a:xfrm>
          <a:prstGeom prst="rect">
            <a:avLst/>
          </a:prstGeom>
          <a:noFill/>
          <a:ln>
            <a:noFill/>
          </a:ln>
        </p:spPr>
      </p:sp>
      <p:sp>
        <p:nvSpPr>
          <p:cNvPr id="465" name="Google Shape;465;p49"/>
          <p:cNvSpPr/>
          <p:nvPr>
            <p:ph idx="5" type="pic"/>
          </p:nvPr>
        </p:nvSpPr>
        <p:spPr>
          <a:xfrm>
            <a:off x="3389588" y="1804212"/>
            <a:ext cx="1643700" cy="1535100"/>
          </a:xfrm>
          <a:prstGeom prst="rect">
            <a:avLst/>
          </a:prstGeom>
          <a:noFill/>
          <a:ln>
            <a:noFill/>
          </a:ln>
        </p:spPr>
      </p:sp>
      <p:sp>
        <p:nvSpPr>
          <p:cNvPr id="466" name="Google Shape;466;p49"/>
          <p:cNvSpPr/>
          <p:nvPr>
            <p:ph idx="6" type="pic"/>
          </p:nvPr>
        </p:nvSpPr>
        <p:spPr>
          <a:xfrm>
            <a:off x="5195922" y="1804212"/>
            <a:ext cx="1643700" cy="1535100"/>
          </a:xfrm>
          <a:prstGeom prst="rect">
            <a:avLst/>
          </a:prstGeom>
          <a:noFill/>
          <a:ln>
            <a:noFill/>
          </a:ln>
        </p:spPr>
      </p:sp>
      <p:sp>
        <p:nvSpPr>
          <p:cNvPr id="467" name="Google Shape;467;p49"/>
          <p:cNvSpPr/>
          <p:nvPr>
            <p:ph idx="7" type="pic"/>
          </p:nvPr>
        </p:nvSpPr>
        <p:spPr>
          <a:xfrm>
            <a:off x="7002257" y="1804212"/>
            <a:ext cx="1643700" cy="1535100"/>
          </a:xfrm>
          <a:prstGeom prst="rect">
            <a:avLst/>
          </a:prstGeom>
          <a:noFill/>
          <a:ln>
            <a:noFill/>
          </a:ln>
        </p:spPr>
      </p:sp>
      <p:sp>
        <p:nvSpPr>
          <p:cNvPr id="468" name="Google Shape;468;p49"/>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9" name="Google Shape;469;p49"/>
          <p:cNvSpPr/>
          <p:nvPr>
            <p:ph idx="8" type="pic"/>
          </p:nvPr>
        </p:nvSpPr>
        <p:spPr>
          <a:xfrm>
            <a:off x="3389588" y="3489487"/>
            <a:ext cx="1643700" cy="1535100"/>
          </a:xfrm>
          <a:prstGeom prst="rect">
            <a:avLst/>
          </a:prstGeom>
          <a:noFill/>
          <a:ln>
            <a:noFill/>
          </a:ln>
        </p:spPr>
      </p:sp>
      <p:sp>
        <p:nvSpPr>
          <p:cNvPr id="470" name="Google Shape;470;p49"/>
          <p:cNvSpPr/>
          <p:nvPr>
            <p:ph idx="9" type="pic"/>
          </p:nvPr>
        </p:nvSpPr>
        <p:spPr>
          <a:xfrm>
            <a:off x="5195922" y="3489487"/>
            <a:ext cx="1643700" cy="1535100"/>
          </a:xfrm>
          <a:prstGeom prst="rect">
            <a:avLst/>
          </a:prstGeom>
          <a:noFill/>
          <a:ln>
            <a:noFill/>
          </a:ln>
        </p:spPr>
      </p:sp>
      <p:sp>
        <p:nvSpPr>
          <p:cNvPr id="471" name="Google Shape;471;p49"/>
          <p:cNvSpPr/>
          <p:nvPr>
            <p:ph idx="13" type="pic"/>
          </p:nvPr>
        </p:nvSpPr>
        <p:spPr>
          <a:xfrm>
            <a:off x="7002257" y="3489487"/>
            <a:ext cx="1643700" cy="1535100"/>
          </a:xfrm>
          <a:prstGeom prst="rect">
            <a:avLst/>
          </a:prstGeom>
          <a:noFill/>
          <a:ln>
            <a:noFill/>
          </a:ln>
        </p:spPr>
      </p:sp>
      <p:sp>
        <p:nvSpPr>
          <p:cNvPr id="472" name="Google Shape;472;p49"/>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564">
          <p15:clr>
            <a:srgbClr val="E46962"/>
          </p15:clr>
        </p15:guide>
      </p15:sldGuideLst>
    </p:ext>
  </p:extLs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type="tx">
  <p:cSld name="TITLE_AND_BODY">
    <p:spTree>
      <p:nvGrpSpPr>
        <p:cNvPr id="473" name="Shape 473"/>
        <p:cNvGrpSpPr/>
        <p:nvPr/>
      </p:nvGrpSpPr>
      <p:grpSpPr>
        <a:xfrm>
          <a:off x="0" y="0"/>
          <a:ext cx="0" cy="0"/>
          <a:chOff x="0" y="0"/>
          <a:chExt cx="0" cy="0"/>
        </a:xfrm>
      </p:grpSpPr>
      <p:sp>
        <p:nvSpPr>
          <p:cNvPr id="474" name="Google Shape;474;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5" name="Google Shape;475;p5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76" name="Google Shape;476;p50"/>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lvl1pPr lvl="0" algn="r">
              <a:buNone/>
              <a:defRPr sz="700">
                <a:solidFill>
                  <a:schemeClr val="dk1"/>
                </a:solidFill>
                <a:latin typeface="Archivo"/>
                <a:ea typeface="Archivo"/>
                <a:cs typeface="Archivo"/>
                <a:sym typeface="Archivo"/>
              </a:defRPr>
            </a:lvl1pPr>
            <a:lvl2pPr lvl="1" algn="r">
              <a:buNone/>
              <a:defRPr sz="700">
                <a:solidFill>
                  <a:schemeClr val="dk1"/>
                </a:solidFill>
                <a:latin typeface="Archivo"/>
                <a:ea typeface="Archivo"/>
                <a:cs typeface="Archivo"/>
                <a:sym typeface="Archivo"/>
              </a:defRPr>
            </a:lvl2pPr>
            <a:lvl3pPr lvl="2" algn="r">
              <a:buNone/>
              <a:defRPr sz="700">
                <a:solidFill>
                  <a:schemeClr val="dk1"/>
                </a:solidFill>
                <a:latin typeface="Archivo"/>
                <a:ea typeface="Archivo"/>
                <a:cs typeface="Archivo"/>
                <a:sym typeface="Archivo"/>
              </a:defRPr>
            </a:lvl3pPr>
            <a:lvl4pPr lvl="3" algn="r">
              <a:buNone/>
              <a:defRPr sz="700">
                <a:solidFill>
                  <a:schemeClr val="dk1"/>
                </a:solidFill>
                <a:latin typeface="Archivo"/>
                <a:ea typeface="Archivo"/>
                <a:cs typeface="Archivo"/>
                <a:sym typeface="Archivo"/>
              </a:defRPr>
            </a:lvl4pPr>
            <a:lvl5pPr lvl="4" algn="r">
              <a:buNone/>
              <a:defRPr sz="700">
                <a:solidFill>
                  <a:schemeClr val="dk1"/>
                </a:solidFill>
                <a:latin typeface="Archivo"/>
                <a:ea typeface="Archivo"/>
                <a:cs typeface="Archivo"/>
                <a:sym typeface="Archivo"/>
              </a:defRPr>
            </a:lvl5pPr>
            <a:lvl6pPr lvl="5" algn="r">
              <a:buNone/>
              <a:defRPr sz="700">
                <a:solidFill>
                  <a:schemeClr val="dk1"/>
                </a:solidFill>
                <a:latin typeface="Archivo"/>
                <a:ea typeface="Archivo"/>
                <a:cs typeface="Archivo"/>
                <a:sym typeface="Archivo"/>
              </a:defRPr>
            </a:lvl6pPr>
            <a:lvl7pPr lvl="6" algn="r">
              <a:buNone/>
              <a:defRPr sz="700">
                <a:solidFill>
                  <a:schemeClr val="dk1"/>
                </a:solidFill>
                <a:latin typeface="Archivo"/>
                <a:ea typeface="Archivo"/>
                <a:cs typeface="Archivo"/>
                <a:sym typeface="Archivo"/>
              </a:defRPr>
            </a:lvl7pPr>
            <a:lvl8pPr lvl="7" algn="r">
              <a:buNone/>
              <a:defRPr sz="700">
                <a:solidFill>
                  <a:schemeClr val="dk1"/>
                </a:solidFill>
                <a:latin typeface="Archivo"/>
                <a:ea typeface="Archivo"/>
                <a:cs typeface="Archivo"/>
                <a:sym typeface="Archivo"/>
              </a:defRPr>
            </a:lvl8pPr>
            <a:lvl9pPr lvl="8" algn="r">
              <a:buNone/>
              <a:defRPr sz="7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theme" Target="../theme/theme2.xml"/><Relationship Id="rId50" Type="http://schemas.openxmlformats.org/officeDocument/2006/relationships/slideLayout" Target="../slideLayouts/slideLayout49.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361972" y="2004050"/>
            <a:ext cx="5627400" cy="2547300"/>
          </a:xfrm>
          <a:prstGeom prst="rect">
            <a:avLst/>
          </a:prstGeom>
          <a:noFill/>
          <a:ln>
            <a:noFill/>
          </a:ln>
        </p:spPr>
        <p:txBody>
          <a:bodyPr anchorCtr="0" anchor="t" bIns="91425" lIns="0" spcFirstLastPara="1" rIns="91425" wrap="square" tIns="91425">
            <a:spAutoFit/>
          </a:bodyPr>
          <a:lstStyle>
            <a:lvl1pPr indent="-304800" lvl="0" marL="457200">
              <a:lnSpc>
                <a:spcPct val="115000"/>
              </a:lnSpc>
              <a:spcBef>
                <a:spcPts val="0"/>
              </a:spcBef>
              <a:spcAft>
                <a:spcPts val="0"/>
              </a:spcAft>
              <a:buClr>
                <a:schemeClr val="dk1"/>
              </a:buClr>
              <a:buSzPts val="1200"/>
              <a:buFont typeface="Archivo Light"/>
              <a:buChar char="●"/>
              <a:defRPr sz="1200">
                <a:solidFill>
                  <a:schemeClr val="dk1"/>
                </a:solidFill>
                <a:latin typeface="Archivo Light"/>
                <a:ea typeface="Archivo Light"/>
                <a:cs typeface="Archivo Light"/>
                <a:sym typeface="Archivo Light"/>
              </a:defRPr>
            </a:lvl1pPr>
            <a:lvl2pPr indent="-304800" lvl="1" marL="914400">
              <a:lnSpc>
                <a:spcPct val="115000"/>
              </a:lnSpc>
              <a:spcBef>
                <a:spcPts val="800"/>
              </a:spcBef>
              <a:spcAft>
                <a:spcPts val="0"/>
              </a:spcAft>
              <a:buClr>
                <a:schemeClr val="dk1"/>
              </a:buClr>
              <a:buSzPts val="1200"/>
              <a:buFont typeface="Archivo Light"/>
              <a:buChar char="○"/>
              <a:defRPr sz="1200">
                <a:solidFill>
                  <a:schemeClr val="dk1"/>
                </a:solidFill>
                <a:latin typeface="Archivo Light"/>
                <a:ea typeface="Archivo Light"/>
                <a:cs typeface="Archivo Light"/>
                <a:sym typeface="Archivo Light"/>
              </a:defRPr>
            </a:lvl2pPr>
            <a:lvl3pPr indent="-304800" lvl="2" marL="1371600">
              <a:lnSpc>
                <a:spcPct val="115000"/>
              </a:lnSpc>
              <a:spcBef>
                <a:spcPts val="800"/>
              </a:spcBef>
              <a:spcAft>
                <a:spcPts val="0"/>
              </a:spcAft>
              <a:buClr>
                <a:schemeClr val="dk1"/>
              </a:buClr>
              <a:buSzPts val="1200"/>
              <a:buFont typeface="Archivo Light"/>
              <a:buChar char="■"/>
              <a:defRPr sz="1200">
                <a:solidFill>
                  <a:schemeClr val="dk1"/>
                </a:solidFill>
                <a:latin typeface="Archivo Light"/>
                <a:ea typeface="Archivo Light"/>
                <a:cs typeface="Archivo Light"/>
                <a:sym typeface="Archivo Light"/>
              </a:defRPr>
            </a:lvl3pPr>
            <a:lvl4pPr indent="-304800" lvl="3" marL="1828800">
              <a:lnSpc>
                <a:spcPct val="115000"/>
              </a:lnSpc>
              <a:spcBef>
                <a:spcPts val="800"/>
              </a:spcBef>
              <a:spcAft>
                <a:spcPts val="0"/>
              </a:spcAft>
              <a:buClr>
                <a:schemeClr val="dk1"/>
              </a:buClr>
              <a:buSzPts val="1200"/>
              <a:buFont typeface="Archivo Light"/>
              <a:buChar char="●"/>
              <a:defRPr sz="1200">
                <a:solidFill>
                  <a:schemeClr val="dk1"/>
                </a:solidFill>
                <a:latin typeface="Archivo Light"/>
                <a:ea typeface="Archivo Light"/>
                <a:cs typeface="Archivo Light"/>
                <a:sym typeface="Archivo Light"/>
              </a:defRPr>
            </a:lvl4pPr>
            <a:lvl5pPr indent="-304800" lvl="4" marL="2286000">
              <a:lnSpc>
                <a:spcPct val="115000"/>
              </a:lnSpc>
              <a:spcBef>
                <a:spcPts val="800"/>
              </a:spcBef>
              <a:spcAft>
                <a:spcPts val="0"/>
              </a:spcAft>
              <a:buClr>
                <a:schemeClr val="dk1"/>
              </a:buClr>
              <a:buSzPts val="1200"/>
              <a:buFont typeface="Archivo Light"/>
              <a:buChar char="○"/>
              <a:defRPr sz="1200">
                <a:solidFill>
                  <a:schemeClr val="dk1"/>
                </a:solidFill>
                <a:latin typeface="Archivo Light"/>
                <a:ea typeface="Archivo Light"/>
                <a:cs typeface="Archivo Light"/>
                <a:sym typeface="Archivo Light"/>
              </a:defRPr>
            </a:lvl5pPr>
            <a:lvl6pPr indent="-304800" lvl="5" marL="2743200">
              <a:lnSpc>
                <a:spcPct val="115000"/>
              </a:lnSpc>
              <a:spcBef>
                <a:spcPts val="800"/>
              </a:spcBef>
              <a:spcAft>
                <a:spcPts val="0"/>
              </a:spcAft>
              <a:buClr>
                <a:schemeClr val="dk1"/>
              </a:buClr>
              <a:buSzPts val="1200"/>
              <a:buFont typeface="Archivo Light"/>
              <a:buChar char="■"/>
              <a:defRPr sz="1200">
                <a:solidFill>
                  <a:schemeClr val="dk1"/>
                </a:solidFill>
                <a:latin typeface="Archivo Light"/>
                <a:ea typeface="Archivo Light"/>
                <a:cs typeface="Archivo Light"/>
                <a:sym typeface="Archivo Light"/>
              </a:defRPr>
            </a:lvl6pPr>
            <a:lvl7pPr indent="-304800" lvl="6" marL="3200400">
              <a:lnSpc>
                <a:spcPct val="115000"/>
              </a:lnSpc>
              <a:spcBef>
                <a:spcPts val="800"/>
              </a:spcBef>
              <a:spcAft>
                <a:spcPts val="0"/>
              </a:spcAft>
              <a:buClr>
                <a:schemeClr val="dk1"/>
              </a:buClr>
              <a:buSzPts val="1200"/>
              <a:buFont typeface="Archivo Light"/>
              <a:buChar char="●"/>
              <a:defRPr sz="1200">
                <a:solidFill>
                  <a:schemeClr val="dk1"/>
                </a:solidFill>
                <a:latin typeface="Archivo Light"/>
                <a:ea typeface="Archivo Light"/>
                <a:cs typeface="Archivo Light"/>
                <a:sym typeface="Archivo Light"/>
              </a:defRPr>
            </a:lvl7pPr>
            <a:lvl8pPr indent="-304800" lvl="7" marL="3657600">
              <a:lnSpc>
                <a:spcPct val="115000"/>
              </a:lnSpc>
              <a:spcBef>
                <a:spcPts val="800"/>
              </a:spcBef>
              <a:spcAft>
                <a:spcPts val="0"/>
              </a:spcAft>
              <a:buClr>
                <a:schemeClr val="dk1"/>
              </a:buClr>
              <a:buSzPts val="1200"/>
              <a:buFont typeface="Archivo Light"/>
              <a:buChar char="○"/>
              <a:defRPr sz="1200">
                <a:solidFill>
                  <a:schemeClr val="dk1"/>
                </a:solidFill>
                <a:latin typeface="Archivo Light"/>
                <a:ea typeface="Archivo Light"/>
                <a:cs typeface="Archivo Light"/>
                <a:sym typeface="Archivo Light"/>
              </a:defRPr>
            </a:lvl8pPr>
            <a:lvl9pPr indent="-304800" lvl="8" marL="4114800">
              <a:lnSpc>
                <a:spcPct val="115000"/>
              </a:lnSpc>
              <a:spcBef>
                <a:spcPts val="800"/>
              </a:spcBef>
              <a:spcAft>
                <a:spcPts val="800"/>
              </a:spcAft>
              <a:buClr>
                <a:schemeClr val="dk1"/>
              </a:buClr>
              <a:buSzPts val="1200"/>
              <a:buFont typeface="Archivo Light"/>
              <a:buChar char="■"/>
              <a:defRPr sz="1200">
                <a:solidFill>
                  <a:schemeClr val="dk1"/>
                </a:solidFill>
                <a:latin typeface="Archivo Light"/>
                <a:ea typeface="Archivo Light"/>
                <a:cs typeface="Archivo Light"/>
                <a:sym typeface="Archivo Light"/>
              </a:defRPr>
            </a:lvl9pPr>
          </a:lstStyle>
          <a:p/>
        </p:txBody>
      </p:sp>
      <p:sp>
        <p:nvSpPr>
          <p:cNvPr id="7" name="Google Shape;7;p1"/>
          <p:cNvSpPr txBox="1"/>
          <p:nvPr>
            <p:ph type="title"/>
          </p:nvPr>
        </p:nvSpPr>
        <p:spPr>
          <a:xfrm>
            <a:off x="361975" y="545850"/>
            <a:ext cx="5391300" cy="8133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Archivo"/>
              <a:buNone/>
              <a:defRPr sz="3000">
                <a:solidFill>
                  <a:schemeClr val="dk1"/>
                </a:solidFill>
                <a:latin typeface="Archivo"/>
                <a:ea typeface="Archivo"/>
                <a:cs typeface="Archivo"/>
                <a:sym typeface="Archivo"/>
              </a:defRPr>
            </a:lvl1pPr>
            <a:lvl2pPr lvl="1">
              <a:spcBef>
                <a:spcPts val="0"/>
              </a:spcBef>
              <a:spcAft>
                <a:spcPts val="0"/>
              </a:spcAft>
              <a:buSzPts val="1400"/>
              <a:buFont typeface="Archivo"/>
              <a:buNone/>
              <a:defRPr>
                <a:latin typeface="Archivo"/>
                <a:ea typeface="Archivo"/>
                <a:cs typeface="Archivo"/>
                <a:sym typeface="Archivo"/>
              </a:defRPr>
            </a:lvl2pPr>
            <a:lvl3pPr lvl="2">
              <a:spcBef>
                <a:spcPts val="0"/>
              </a:spcBef>
              <a:spcAft>
                <a:spcPts val="0"/>
              </a:spcAft>
              <a:buSzPts val="1400"/>
              <a:buFont typeface="Archivo"/>
              <a:buNone/>
              <a:defRPr>
                <a:latin typeface="Archivo"/>
                <a:ea typeface="Archivo"/>
                <a:cs typeface="Archivo"/>
                <a:sym typeface="Archivo"/>
              </a:defRPr>
            </a:lvl3pPr>
            <a:lvl4pPr lvl="3">
              <a:spcBef>
                <a:spcPts val="0"/>
              </a:spcBef>
              <a:spcAft>
                <a:spcPts val="0"/>
              </a:spcAft>
              <a:buSzPts val="1400"/>
              <a:buFont typeface="Archivo"/>
              <a:buNone/>
              <a:defRPr>
                <a:latin typeface="Archivo"/>
                <a:ea typeface="Archivo"/>
                <a:cs typeface="Archivo"/>
                <a:sym typeface="Archivo"/>
              </a:defRPr>
            </a:lvl4pPr>
            <a:lvl5pPr lvl="4">
              <a:spcBef>
                <a:spcPts val="0"/>
              </a:spcBef>
              <a:spcAft>
                <a:spcPts val="0"/>
              </a:spcAft>
              <a:buSzPts val="1400"/>
              <a:buFont typeface="Archivo"/>
              <a:buNone/>
              <a:defRPr>
                <a:latin typeface="Archivo"/>
                <a:ea typeface="Archivo"/>
                <a:cs typeface="Archivo"/>
                <a:sym typeface="Archivo"/>
              </a:defRPr>
            </a:lvl5pPr>
            <a:lvl6pPr lvl="5">
              <a:spcBef>
                <a:spcPts val="0"/>
              </a:spcBef>
              <a:spcAft>
                <a:spcPts val="0"/>
              </a:spcAft>
              <a:buSzPts val="1400"/>
              <a:buFont typeface="Archivo"/>
              <a:buNone/>
              <a:defRPr>
                <a:latin typeface="Archivo"/>
                <a:ea typeface="Archivo"/>
                <a:cs typeface="Archivo"/>
                <a:sym typeface="Archivo"/>
              </a:defRPr>
            </a:lvl6pPr>
            <a:lvl7pPr lvl="6">
              <a:spcBef>
                <a:spcPts val="0"/>
              </a:spcBef>
              <a:spcAft>
                <a:spcPts val="0"/>
              </a:spcAft>
              <a:buSzPts val="1400"/>
              <a:buFont typeface="Archivo"/>
              <a:buNone/>
              <a:defRPr>
                <a:latin typeface="Archivo"/>
                <a:ea typeface="Archivo"/>
                <a:cs typeface="Archivo"/>
                <a:sym typeface="Archivo"/>
              </a:defRPr>
            </a:lvl7pPr>
            <a:lvl8pPr lvl="7">
              <a:spcBef>
                <a:spcPts val="0"/>
              </a:spcBef>
              <a:spcAft>
                <a:spcPts val="0"/>
              </a:spcAft>
              <a:buSzPts val="1400"/>
              <a:buFont typeface="Archivo"/>
              <a:buNone/>
              <a:defRPr>
                <a:latin typeface="Archivo"/>
                <a:ea typeface="Archivo"/>
                <a:cs typeface="Archivo"/>
                <a:sym typeface="Archivo"/>
              </a:defRPr>
            </a:lvl8pPr>
            <a:lvl9pPr lvl="8">
              <a:spcBef>
                <a:spcPts val="0"/>
              </a:spcBef>
              <a:spcAft>
                <a:spcPts val="0"/>
              </a:spcAft>
              <a:buSzPts val="1400"/>
              <a:buFont typeface="Archivo"/>
              <a:buNone/>
              <a:defRPr>
                <a:latin typeface="Archivo"/>
                <a:ea typeface="Archivo"/>
                <a:cs typeface="Archivo"/>
                <a:sym typeface="Archivo"/>
              </a:defRPr>
            </a:lvl9pPr>
          </a:lstStyle>
          <a:p/>
        </p:txBody>
      </p:sp>
      <p:sp>
        <p:nvSpPr>
          <p:cNvPr id="8" name="Google Shape;8;p1"/>
          <p:cNvSpPr txBox="1"/>
          <p:nvPr>
            <p:ph idx="2" type="body"/>
          </p:nvPr>
        </p:nvSpPr>
        <p:spPr>
          <a:xfrm>
            <a:off x="4376625" y="2215425"/>
            <a:ext cx="4361100" cy="24324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1pPr>
            <a:lvl2pPr indent="-304800" lvl="1" marL="914400">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2pPr>
            <a:lvl3pPr indent="-304800" lvl="2" marL="1371600">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3pPr>
            <a:lvl4pPr indent="-304800" lvl="3" marL="1828800">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4pPr>
            <a:lvl5pPr indent="-304800" lvl="4" marL="2286000">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5pPr>
            <a:lvl6pPr indent="-304800" lvl="5" marL="2743200">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6pPr>
            <a:lvl7pPr indent="-304800" lvl="6" marL="3200400">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7pPr>
            <a:lvl8pPr indent="-304800" lvl="7" marL="3657600">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8pPr>
            <a:lvl9pPr indent="-304800" lvl="8" marL="4114800">
              <a:spcBef>
                <a:spcPts val="0"/>
              </a:spcBef>
              <a:spcAft>
                <a:spcPts val="0"/>
              </a:spcAft>
              <a:buClr>
                <a:schemeClr val="dk1"/>
              </a:buClr>
              <a:buSzPts val="1200"/>
              <a:buFont typeface="Archivo"/>
              <a:buChar char="■"/>
              <a:defRPr sz="1200">
                <a:solidFill>
                  <a:schemeClr val="dk1"/>
                </a:solidFill>
                <a:latin typeface="Archivo"/>
                <a:ea typeface="Archivo"/>
                <a:cs typeface="Archivo"/>
                <a:sym typeface="Archivo"/>
              </a:defRPr>
            </a:lvl9pPr>
          </a:lstStyle>
          <a:p/>
        </p:txBody>
      </p:sp>
      <p:sp>
        <p:nvSpPr>
          <p:cNvPr id="9" name="Google Shape;9;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Archivo"/>
                <a:ea typeface="Archivo"/>
                <a:cs typeface="Archivo"/>
                <a:sym typeface="Archivo"/>
              </a:defRPr>
            </a:lvl1pPr>
            <a:lvl2pPr lvl="1" algn="r">
              <a:buNone/>
              <a:defRPr sz="1300">
                <a:solidFill>
                  <a:schemeClr val="dk1"/>
                </a:solidFill>
                <a:latin typeface="Archivo"/>
                <a:ea typeface="Archivo"/>
                <a:cs typeface="Archivo"/>
                <a:sym typeface="Archivo"/>
              </a:defRPr>
            </a:lvl2pPr>
            <a:lvl3pPr lvl="2" algn="r">
              <a:buNone/>
              <a:defRPr sz="1300">
                <a:solidFill>
                  <a:schemeClr val="dk1"/>
                </a:solidFill>
                <a:latin typeface="Archivo"/>
                <a:ea typeface="Archivo"/>
                <a:cs typeface="Archivo"/>
                <a:sym typeface="Archivo"/>
              </a:defRPr>
            </a:lvl3pPr>
            <a:lvl4pPr lvl="3" algn="r">
              <a:buNone/>
              <a:defRPr sz="1300">
                <a:solidFill>
                  <a:schemeClr val="dk1"/>
                </a:solidFill>
                <a:latin typeface="Archivo"/>
                <a:ea typeface="Archivo"/>
                <a:cs typeface="Archivo"/>
                <a:sym typeface="Archivo"/>
              </a:defRPr>
            </a:lvl4pPr>
            <a:lvl5pPr lvl="4" algn="r">
              <a:buNone/>
              <a:defRPr sz="1300">
                <a:solidFill>
                  <a:schemeClr val="dk1"/>
                </a:solidFill>
                <a:latin typeface="Archivo"/>
                <a:ea typeface="Archivo"/>
                <a:cs typeface="Archivo"/>
                <a:sym typeface="Archivo"/>
              </a:defRPr>
            </a:lvl5pPr>
            <a:lvl6pPr lvl="5" algn="r">
              <a:buNone/>
              <a:defRPr sz="1300">
                <a:solidFill>
                  <a:schemeClr val="dk1"/>
                </a:solidFill>
                <a:latin typeface="Archivo"/>
                <a:ea typeface="Archivo"/>
                <a:cs typeface="Archivo"/>
                <a:sym typeface="Archivo"/>
              </a:defRPr>
            </a:lvl6pPr>
            <a:lvl7pPr lvl="6" algn="r">
              <a:buNone/>
              <a:defRPr sz="1300">
                <a:solidFill>
                  <a:schemeClr val="dk1"/>
                </a:solidFill>
                <a:latin typeface="Archivo"/>
                <a:ea typeface="Archivo"/>
                <a:cs typeface="Archivo"/>
                <a:sym typeface="Archivo"/>
              </a:defRPr>
            </a:lvl7pPr>
            <a:lvl8pPr lvl="7" algn="r">
              <a:buNone/>
              <a:defRPr sz="1300">
                <a:solidFill>
                  <a:schemeClr val="dk1"/>
                </a:solidFill>
                <a:latin typeface="Archivo"/>
                <a:ea typeface="Archivo"/>
                <a:cs typeface="Archivo"/>
                <a:sym typeface="Archivo"/>
              </a:defRPr>
            </a:lvl8pPr>
            <a:lvl9pPr lvl="8" algn="r">
              <a:buNone/>
              <a:defRPr sz="1300">
                <a:solidFill>
                  <a:schemeClr val="dk1"/>
                </a:solidFill>
                <a:latin typeface="Archivo"/>
                <a:ea typeface="Archivo"/>
                <a:cs typeface="Archivo"/>
                <a:sym typeface="Archiv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35">
          <p15:clr>
            <a:srgbClr val="E46962"/>
          </p15:clr>
        </p15:guide>
        <p15:guide id="5" pos="2921">
          <p15:clr>
            <a:srgbClr val="E46962"/>
          </p15:clr>
        </p15:guide>
        <p15:guide id="6" pos="1489">
          <p15:clr>
            <a:srgbClr val="E46962"/>
          </p15:clr>
        </p15:guide>
        <p15:guide id="7" pos="1575">
          <p15:clr>
            <a:srgbClr val="E46962"/>
          </p15:clr>
        </p15:guide>
        <p15:guide id="8" pos="4182">
          <p15:clr>
            <a:srgbClr val="E46962"/>
          </p15:clr>
        </p15:guide>
        <p15:guide id="9" pos="4268">
          <p15:clr>
            <a:srgbClr val="E46962"/>
          </p15:clr>
        </p15:guide>
        <p15:guide id="10" orient="horz" pos="2867">
          <p15:clr>
            <a:srgbClr val="E46962"/>
          </p15:clr>
        </p15:guide>
        <p15:guide id="11" orient="horz" pos="1135">
          <p15:clr>
            <a:srgbClr val="E46962"/>
          </p15:clr>
        </p15:guide>
        <p15:guide id="12" orient="horz" pos="1194">
          <p15:clr>
            <a:srgbClr val="E46962"/>
          </p15:clr>
        </p15:guide>
        <p15:guide id="13" orient="horz" pos="2043">
          <p15:clr>
            <a:srgbClr val="E46962"/>
          </p15:clr>
        </p15:guide>
        <p15:guide id="14" orient="horz" pos="2103">
          <p15:clr>
            <a:srgbClr val="E46962"/>
          </p15:clr>
        </p15:guide>
        <p15:guide id="15" pos="228">
          <p15:clr>
            <a:srgbClr val="E46962"/>
          </p15:clr>
        </p15:guide>
        <p15:guide id="16" orient="horz" pos="672">
          <p15:clr>
            <a:srgbClr val="E46962"/>
          </p15:clr>
        </p15:guide>
        <p15:guide id="17" orient="horz" pos="504">
          <p15:clr>
            <a:srgbClr val="E46962"/>
          </p15:clr>
        </p15:guide>
        <p15:guide id="18" orient="horz" pos="293">
          <p15:clr>
            <a:srgbClr val="E46962"/>
          </p15:clr>
        </p15:guide>
        <p15:guide id="19" orient="horz" pos="600">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4.xml"/><Relationship Id="rId3"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5.xml"/><Relationship Id="rId3" Type="http://schemas.openxmlformats.org/officeDocument/2006/relationships/image" Target="../media/image3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6.xml"/><Relationship Id="rId3"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7.xml"/><Relationship Id="rId3" Type="http://schemas.openxmlformats.org/officeDocument/2006/relationships/image" Target="../media/image3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19.png"/><Relationship Id="rId5"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9.xml"/><Relationship Id="rId3" Type="http://schemas.openxmlformats.org/officeDocument/2006/relationships/image" Target="../media/image17.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6.xml"/><Relationship Id="rId3"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9.xml"/><Relationship Id="rId3"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0" name="Shape 480"/>
        <p:cNvGrpSpPr/>
        <p:nvPr/>
      </p:nvGrpSpPr>
      <p:grpSpPr>
        <a:xfrm>
          <a:off x="0" y="0"/>
          <a:ext cx="0" cy="0"/>
          <a:chOff x="0" y="0"/>
          <a:chExt cx="0" cy="0"/>
        </a:xfrm>
      </p:grpSpPr>
      <p:sp>
        <p:nvSpPr>
          <p:cNvPr id="481" name="Google Shape;481;p51"/>
          <p:cNvSpPr txBox="1"/>
          <p:nvPr>
            <p:ph type="title"/>
          </p:nvPr>
        </p:nvSpPr>
        <p:spPr>
          <a:xfrm>
            <a:off x="361975" y="3082925"/>
            <a:ext cx="6276900" cy="18399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Amazon Reviews </a:t>
            </a:r>
            <a:endParaRPr/>
          </a:p>
        </p:txBody>
      </p:sp>
      <p:sp>
        <p:nvSpPr>
          <p:cNvPr id="482" name="Google Shape;482;p51"/>
          <p:cNvSpPr txBox="1"/>
          <p:nvPr>
            <p:ph idx="1" type="subTitle"/>
          </p:nvPr>
        </p:nvSpPr>
        <p:spPr>
          <a:xfrm>
            <a:off x="6775278" y="3560565"/>
            <a:ext cx="2001600" cy="1247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Big Data and Cloud Computing |</a:t>
            </a:r>
            <a:endParaRPr/>
          </a:p>
          <a:p>
            <a:pPr indent="0" lvl="0" marL="0" rtl="0" algn="l">
              <a:spcBef>
                <a:spcPts val="0"/>
              </a:spcBef>
              <a:spcAft>
                <a:spcPts val="0"/>
              </a:spcAft>
              <a:buNone/>
            </a:pPr>
            <a:r>
              <a:rPr lang="en"/>
              <a:t>Final Project</a:t>
            </a:r>
            <a:endParaRPr/>
          </a:p>
        </p:txBody>
      </p:sp>
      <p:sp>
        <p:nvSpPr>
          <p:cNvPr id="483" name="Google Shape;483;p51"/>
          <p:cNvSpPr txBox="1"/>
          <p:nvPr>
            <p:ph idx="2" type="subTitle"/>
          </p:nvPr>
        </p:nvSpPr>
        <p:spPr>
          <a:xfrm>
            <a:off x="361975" y="2463075"/>
            <a:ext cx="7474500" cy="4305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Group 4</a:t>
            </a:r>
            <a:r>
              <a:rPr lang="en"/>
              <a:t>  |  </a:t>
            </a:r>
            <a:r>
              <a:rPr lang="en"/>
              <a:t>Minhae Park, Minhao Zhang, Harleen Buttar, Ali Mardan, Zach Laurence </a:t>
            </a:r>
            <a:endParaRPr/>
          </a:p>
        </p:txBody>
      </p:sp>
      <p:sp>
        <p:nvSpPr>
          <p:cNvPr id="484" name="Google Shape;484;p51"/>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52"/>
          <p:cNvSpPr txBox="1"/>
          <p:nvPr>
            <p:ph idx="7" type="subTitle"/>
          </p:nvPr>
        </p:nvSpPr>
        <p:spPr>
          <a:xfrm>
            <a:off x="2499750" y="1810303"/>
            <a:ext cx="1961100" cy="349500"/>
          </a:xfrm>
          <a:prstGeom prst="rect">
            <a:avLst/>
          </a:prstGeom>
        </p:spPr>
        <p:txBody>
          <a:bodyPr anchorCtr="0" anchor="b" bIns="0" lIns="137150" spcFirstLastPara="1" rIns="137150" wrap="square" tIns="137150">
            <a:normAutofit/>
          </a:bodyPr>
          <a:lstStyle/>
          <a:p>
            <a:pPr indent="0" lvl="0" marL="0" rtl="0" algn="l">
              <a:lnSpc>
                <a:spcPct val="115000"/>
              </a:lnSpc>
              <a:spcBef>
                <a:spcPts val="0"/>
              </a:spcBef>
              <a:spcAft>
                <a:spcPts val="1200"/>
              </a:spcAft>
              <a:buNone/>
            </a:pPr>
            <a:r>
              <a:rPr lang="en"/>
              <a:t>Dataset overview</a:t>
            </a:r>
            <a:endParaRPr sz="1800">
              <a:solidFill>
                <a:srgbClr val="595959"/>
              </a:solidFill>
              <a:latin typeface="Arial"/>
              <a:ea typeface="Arial"/>
              <a:cs typeface="Arial"/>
              <a:sym typeface="Arial"/>
            </a:endParaRPr>
          </a:p>
        </p:txBody>
      </p:sp>
      <p:cxnSp>
        <p:nvCxnSpPr>
          <p:cNvPr id="490" name="Google Shape;490;p52"/>
          <p:cNvCxnSpPr/>
          <p:nvPr/>
        </p:nvCxnSpPr>
        <p:spPr>
          <a:xfrm>
            <a:off x="356125" y="2577977"/>
            <a:ext cx="0" cy="789300"/>
          </a:xfrm>
          <a:prstGeom prst="straightConnector1">
            <a:avLst/>
          </a:prstGeom>
          <a:noFill/>
          <a:ln cap="flat" cmpd="sng" w="9525">
            <a:solidFill>
              <a:schemeClr val="dk1"/>
            </a:solidFill>
            <a:prstDash val="solid"/>
            <a:round/>
            <a:headEnd len="med" w="med" type="none"/>
            <a:tailEnd len="med" w="med" type="none"/>
          </a:ln>
        </p:spPr>
      </p:cxnSp>
      <p:cxnSp>
        <p:nvCxnSpPr>
          <p:cNvPr id="491" name="Google Shape;491;p52"/>
          <p:cNvCxnSpPr/>
          <p:nvPr/>
        </p:nvCxnSpPr>
        <p:spPr>
          <a:xfrm>
            <a:off x="2499740" y="2569222"/>
            <a:ext cx="0" cy="798300"/>
          </a:xfrm>
          <a:prstGeom prst="straightConnector1">
            <a:avLst/>
          </a:prstGeom>
          <a:noFill/>
          <a:ln cap="flat" cmpd="sng" w="9525">
            <a:solidFill>
              <a:schemeClr val="dk1"/>
            </a:solidFill>
            <a:prstDash val="solid"/>
            <a:round/>
            <a:headEnd len="med" w="med" type="none"/>
            <a:tailEnd len="med" w="med" type="none"/>
          </a:ln>
        </p:spPr>
      </p:cxnSp>
      <p:cxnSp>
        <p:nvCxnSpPr>
          <p:cNvPr id="492" name="Google Shape;492;p52"/>
          <p:cNvCxnSpPr/>
          <p:nvPr/>
        </p:nvCxnSpPr>
        <p:spPr>
          <a:xfrm>
            <a:off x="356125" y="1351490"/>
            <a:ext cx="0" cy="789000"/>
          </a:xfrm>
          <a:prstGeom prst="straightConnector1">
            <a:avLst/>
          </a:prstGeom>
          <a:noFill/>
          <a:ln cap="flat" cmpd="sng" w="9525">
            <a:solidFill>
              <a:schemeClr val="dk1"/>
            </a:solidFill>
            <a:prstDash val="solid"/>
            <a:round/>
            <a:headEnd len="med" w="med" type="none"/>
            <a:tailEnd len="med" w="med" type="none"/>
          </a:ln>
        </p:spPr>
      </p:cxnSp>
      <p:cxnSp>
        <p:nvCxnSpPr>
          <p:cNvPr id="493" name="Google Shape;493;p52"/>
          <p:cNvCxnSpPr/>
          <p:nvPr/>
        </p:nvCxnSpPr>
        <p:spPr>
          <a:xfrm>
            <a:off x="2499740" y="1342738"/>
            <a:ext cx="0" cy="798300"/>
          </a:xfrm>
          <a:prstGeom prst="straightConnector1">
            <a:avLst/>
          </a:prstGeom>
          <a:noFill/>
          <a:ln cap="flat" cmpd="sng" w="9525">
            <a:solidFill>
              <a:schemeClr val="dk1"/>
            </a:solidFill>
            <a:prstDash val="solid"/>
            <a:round/>
            <a:headEnd len="med" w="med" type="none"/>
            <a:tailEnd len="med" w="med" type="none"/>
          </a:ln>
        </p:spPr>
      </p:cxnSp>
      <p:cxnSp>
        <p:nvCxnSpPr>
          <p:cNvPr id="494" name="Google Shape;494;p52"/>
          <p:cNvCxnSpPr/>
          <p:nvPr/>
        </p:nvCxnSpPr>
        <p:spPr>
          <a:xfrm>
            <a:off x="4639533" y="1343409"/>
            <a:ext cx="0" cy="797400"/>
          </a:xfrm>
          <a:prstGeom prst="straightConnector1">
            <a:avLst/>
          </a:prstGeom>
          <a:noFill/>
          <a:ln cap="flat" cmpd="sng" w="9525">
            <a:solidFill>
              <a:schemeClr val="dk1"/>
            </a:solidFill>
            <a:prstDash val="solid"/>
            <a:round/>
            <a:headEnd len="med" w="med" type="none"/>
            <a:tailEnd len="med" w="med" type="none"/>
          </a:ln>
        </p:spPr>
      </p:cxnSp>
      <p:sp>
        <p:nvSpPr>
          <p:cNvPr id="495" name="Google Shape;495;p52"/>
          <p:cNvSpPr txBox="1"/>
          <p:nvPr>
            <p:ph idx="2" type="title"/>
          </p:nvPr>
        </p:nvSpPr>
        <p:spPr>
          <a:xfrm>
            <a:off x="4677671" y="1133425"/>
            <a:ext cx="2051400" cy="614400"/>
          </a:xfrm>
          <a:prstGeom prst="rect">
            <a:avLst/>
          </a:prstGeom>
        </p:spPr>
        <p:txBody>
          <a:bodyPr anchorCtr="0" anchor="t" bIns="137150" lIns="137150" spcFirstLastPara="1" rIns="137150" wrap="square" tIns="137150">
            <a:normAutofit/>
          </a:bodyPr>
          <a:lstStyle/>
          <a:p>
            <a:pPr indent="0" lvl="0" marL="0" rtl="0" algn="l">
              <a:spcBef>
                <a:spcPts val="0"/>
              </a:spcBef>
              <a:spcAft>
                <a:spcPts val="0"/>
              </a:spcAft>
              <a:buNone/>
            </a:pPr>
            <a:r>
              <a:rPr lang="en"/>
              <a:t>03</a:t>
            </a:r>
            <a:endParaRPr/>
          </a:p>
        </p:txBody>
      </p:sp>
      <p:sp>
        <p:nvSpPr>
          <p:cNvPr id="496" name="Google Shape;496;p52"/>
          <p:cNvSpPr txBox="1"/>
          <p:nvPr>
            <p:ph idx="3" type="title"/>
          </p:nvPr>
        </p:nvSpPr>
        <p:spPr>
          <a:xfrm>
            <a:off x="2537950" y="1133425"/>
            <a:ext cx="1961100" cy="614400"/>
          </a:xfrm>
          <a:prstGeom prst="rect">
            <a:avLst/>
          </a:prstGeom>
        </p:spPr>
        <p:txBody>
          <a:bodyPr anchorCtr="0" anchor="t" bIns="137150" lIns="137150" spcFirstLastPara="1" rIns="137150" wrap="square" tIns="137150">
            <a:normAutofit/>
          </a:bodyPr>
          <a:lstStyle/>
          <a:p>
            <a:pPr indent="0" lvl="0" marL="0" rtl="0" algn="l">
              <a:spcBef>
                <a:spcPts val="0"/>
              </a:spcBef>
              <a:spcAft>
                <a:spcPts val="0"/>
              </a:spcAft>
              <a:buNone/>
            </a:pPr>
            <a:r>
              <a:rPr lang="en"/>
              <a:t>02</a:t>
            </a:r>
            <a:endParaRPr/>
          </a:p>
        </p:txBody>
      </p:sp>
      <p:sp>
        <p:nvSpPr>
          <p:cNvPr id="497" name="Google Shape;497;p52"/>
          <p:cNvSpPr txBox="1"/>
          <p:nvPr>
            <p:ph idx="4" type="title"/>
          </p:nvPr>
        </p:nvSpPr>
        <p:spPr>
          <a:xfrm>
            <a:off x="2537950" y="2353968"/>
            <a:ext cx="1961100" cy="614400"/>
          </a:xfrm>
          <a:prstGeom prst="rect">
            <a:avLst/>
          </a:prstGeom>
        </p:spPr>
        <p:txBody>
          <a:bodyPr anchorCtr="0" anchor="t" bIns="137150" lIns="137150" spcFirstLastPara="1" rIns="137150" wrap="square" tIns="137150">
            <a:normAutofit/>
          </a:bodyPr>
          <a:lstStyle/>
          <a:p>
            <a:pPr indent="0" lvl="0" marL="0" rtl="0" algn="l">
              <a:spcBef>
                <a:spcPts val="0"/>
              </a:spcBef>
              <a:spcAft>
                <a:spcPts val="0"/>
              </a:spcAft>
              <a:buNone/>
            </a:pPr>
            <a:r>
              <a:rPr lang="en"/>
              <a:t>05</a:t>
            </a:r>
            <a:endParaRPr/>
          </a:p>
        </p:txBody>
      </p:sp>
      <p:sp>
        <p:nvSpPr>
          <p:cNvPr id="498" name="Google Shape;498;p52"/>
          <p:cNvSpPr txBox="1"/>
          <p:nvPr>
            <p:ph idx="5" type="title"/>
          </p:nvPr>
        </p:nvSpPr>
        <p:spPr>
          <a:xfrm>
            <a:off x="396850" y="1133425"/>
            <a:ext cx="1961100" cy="614400"/>
          </a:xfrm>
          <a:prstGeom prst="rect">
            <a:avLst/>
          </a:prstGeom>
        </p:spPr>
        <p:txBody>
          <a:bodyPr anchorCtr="0" anchor="t" bIns="137150" lIns="137150" spcFirstLastPara="1" rIns="137150" wrap="square" tIns="137150">
            <a:normAutofit/>
          </a:bodyPr>
          <a:lstStyle/>
          <a:p>
            <a:pPr indent="0" lvl="0" marL="0" rtl="0" algn="l">
              <a:spcBef>
                <a:spcPts val="0"/>
              </a:spcBef>
              <a:spcAft>
                <a:spcPts val="0"/>
              </a:spcAft>
              <a:buNone/>
            </a:pPr>
            <a:r>
              <a:rPr lang="en"/>
              <a:t>01</a:t>
            </a:r>
            <a:endParaRPr/>
          </a:p>
        </p:txBody>
      </p:sp>
      <p:sp>
        <p:nvSpPr>
          <p:cNvPr id="499" name="Google Shape;499;p52"/>
          <p:cNvSpPr txBox="1"/>
          <p:nvPr>
            <p:ph idx="6" type="title"/>
          </p:nvPr>
        </p:nvSpPr>
        <p:spPr>
          <a:xfrm>
            <a:off x="396850" y="2353968"/>
            <a:ext cx="1961100" cy="614400"/>
          </a:xfrm>
          <a:prstGeom prst="rect">
            <a:avLst/>
          </a:prstGeom>
        </p:spPr>
        <p:txBody>
          <a:bodyPr anchorCtr="0" anchor="t" bIns="137150" lIns="137150" spcFirstLastPara="1" rIns="137150" wrap="square" tIns="137150">
            <a:normAutofit/>
          </a:bodyPr>
          <a:lstStyle/>
          <a:p>
            <a:pPr indent="0" lvl="0" marL="0" rtl="0" algn="l">
              <a:spcBef>
                <a:spcPts val="0"/>
              </a:spcBef>
              <a:spcAft>
                <a:spcPts val="0"/>
              </a:spcAft>
              <a:buNone/>
            </a:pPr>
            <a:r>
              <a:rPr lang="en"/>
              <a:t>04</a:t>
            </a:r>
            <a:endParaRPr/>
          </a:p>
        </p:txBody>
      </p:sp>
      <p:sp>
        <p:nvSpPr>
          <p:cNvPr id="500" name="Google Shape;500;p52"/>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1" name="Google Shape;501;p52"/>
          <p:cNvSpPr txBox="1"/>
          <p:nvPr>
            <p:ph idx="15" type="subTitle"/>
          </p:nvPr>
        </p:nvSpPr>
        <p:spPr>
          <a:xfrm>
            <a:off x="361975" y="539900"/>
            <a:ext cx="8367600" cy="3078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lang="en"/>
              <a:t>Agenda</a:t>
            </a:r>
            <a:endParaRPr/>
          </a:p>
        </p:txBody>
      </p:sp>
      <p:sp>
        <p:nvSpPr>
          <p:cNvPr id="502" name="Google Shape;502;p52"/>
          <p:cNvSpPr txBox="1"/>
          <p:nvPr>
            <p:ph idx="1" type="subTitle"/>
          </p:nvPr>
        </p:nvSpPr>
        <p:spPr>
          <a:xfrm>
            <a:off x="356125" y="1831403"/>
            <a:ext cx="1961100" cy="349500"/>
          </a:xfrm>
          <a:prstGeom prst="rect">
            <a:avLst/>
          </a:prstGeom>
        </p:spPr>
        <p:txBody>
          <a:bodyPr anchorCtr="0" anchor="b" bIns="0" lIns="137150" spcFirstLastPara="1" rIns="137150" wrap="square" tIns="137150">
            <a:noAutofit/>
          </a:bodyPr>
          <a:lstStyle/>
          <a:p>
            <a:pPr indent="0" lvl="0" marL="0" rtl="0" algn="l">
              <a:spcBef>
                <a:spcPts val="0"/>
              </a:spcBef>
              <a:spcAft>
                <a:spcPts val="0"/>
              </a:spcAft>
              <a:buNone/>
            </a:pPr>
            <a:r>
              <a:rPr lang="en"/>
              <a:t>Business Problem</a:t>
            </a:r>
            <a:endParaRPr/>
          </a:p>
        </p:txBody>
      </p:sp>
      <p:sp>
        <p:nvSpPr>
          <p:cNvPr id="503" name="Google Shape;503;p52"/>
          <p:cNvSpPr txBox="1"/>
          <p:nvPr>
            <p:ph idx="8" type="subTitle"/>
          </p:nvPr>
        </p:nvSpPr>
        <p:spPr>
          <a:xfrm>
            <a:off x="4647650" y="1810303"/>
            <a:ext cx="1961100" cy="349500"/>
          </a:xfrm>
          <a:prstGeom prst="rect">
            <a:avLst/>
          </a:prstGeom>
        </p:spPr>
        <p:txBody>
          <a:bodyPr anchorCtr="0" anchor="b" bIns="0" lIns="137150" spcFirstLastPara="1" rIns="137150" wrap="square" tIns="137150">
            <a:noAutofit/>
          </a:bodyPr>
          <a:lstStyle/>
          <a:p>
            <a:pPr indent="0" lvl="0" marL="0" rtl="0" algn="l">
              <a:spcBef>
                <a:spcPts val="0"/>
              </a:spcBef>
              <a:spcAft>
                <a:spcPts val="0"/>
              </a:spcAft>
              <a:buNone/>
            </a:pPr>
            <a:r>
              <a:rPr lang="en"/>
              <a:t>Machine Learning Models	</a:t>
            </a:r>
            <a:endParaRPr/>
          </a:p>
        </p:txBody>
      </p:sp>
      <p:sp>
        <p:nvSpPr>
          <p:cNvPr id="504" name="Google Shape;504;p52"/>
          <p:cNvSpPr txBox="1"/>
          <p:nvPr>
            <p:ph idx="13" type="subTitle"/>
          </p:nvPr>
        </p:nvSpPr>
        <p:spPr>
          <a:xfrm>
            <a:off x="356125" y="3061753"/>
            <a:ext cx="1961100" cy="349500"/>
          </a:xfrm>
          <a:prstGeom prst="rect">
            <a:avLst/>
          </a:prstGeom>
        </p:spPr>
        <p:txBody>
          <a:bodyPr anchorCtr="0" anchor="b" bIns="0" lIns="137150" spcFirstLastPara="1" rIns="137150" wrap="square" tIns="137150">
            <a:noAutofit/>
          </a:bodyPr>
          <a:lstStyle/>
          <a:p>
            <a:pPr indent="0" lvl="0" marL="0" rtl="0" algn="l">
              <a:spcBef>
                <a:spcPts val="0"/>
              </a:spcBef>
              <a:spcAft>
                <a:spcPts val="0"/>
              </a:spcAft>
              <a:buNone/>
            </a:pPr>
            <a:r>
              <a:rPr lang="en"/>
              <a:t>Conclusion</a:t>
            </a:r>
            <a:endParaRPr/>
          </a:p>
        </p:txBody>
      </p:sp>
      <p:sp>
        <p:nvSpPr>
          <p:cNvPr id="505" name="Google Shape;505;p52"/>
          <p:cNvSpPr txBox="1"/>
          <p:nvPr>
            <p:ph idx="14" type="subTitle"/>
          </p:nvPr>
        </p:nvSpPr>
        <p:spPr>
          <a:xfrm>
            <a:off x="2539950" y="3061753"/>
            <a:ext cx="1961100" cy="349500"/>
          </a:xfrm>
          <a:prstGeom prst="rect">
            <a:avLst/>
          </a:prstGeom>
        </p:spPr>
        <p:txBody>
          <a:bodyPr anchorCtr="0" anchor="b" bIns="0" lIns="137150" spcFirstLastPara="1" rIns="137150" wrap="square" tIns="137150">
            <a:noAutofit/>
          </a:bodyPr>
          <a:lstStyle/>
          <a:p>
            <a:pPr indent="0" lvl="0" marL="0" rtl="0" algn="l">
              <a:spcBef>
                <a:spcPts val="0"/>
              </a:spcBef>
              <a:spcAft>
                <a:spcPts val="0"/>
              </a:spcAft>
              <a:buNone/>
            </a:pPr>
            <a:r>
              <a:rPr lang="en"/>
              <a:t>Appendix</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53"/>
          <p:cNvSpPr/>
          <p:nvPr/>
        </p:nvSpPr>
        <p:spPr>
          <a:xfrm rot="10800000">
            <a:off x="2729675" y="957325"/>
            <a:ext cx="6051900" cy="3596100"/>
          </a:xfrm>
          <a:prstGeom prst="roundRect">
            <a:avLst>
              <a:gd fmla="val 3800"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Archivo"/>
              <a:ea typeface="Archivo"/>
              <a:cs typeface="Archivo"/>
              <a:sym typeface="Archivo"/>
            </a:endParaRPr>
          </a:p>
        </p:txBody>
      </p:sp>
      <p:sp>
        <p:nvSpPr>
          <p:cNvPr id="511" name="Google Shape;511;p53"/>
          <p:cNvSpPr txBox="1"/>
          <p:nvPr>
            <p:ph type="title"/>
          </p:nvPr>
        </p:nvSpPr>
        <p:spPr>
          <a:xfrm>
            <a:off x="3049625" y="1110600"/>
            <a:ext cx="5412000" cy="3479700"/>
          </a:xfrm>
          <a:prstGeom prst="rect">
            <a:avLst/>
          </a:prstGeom>
        </p:spPr>
        <p:txBody>
          <a:bodyPr anchorCtr="0" anchor="t" bIns="91425" lIns="91425" spcFirstLastPara="1" rIns="91425" wrap="square" tIns="91425">
            <a:noAutofit/>
          </a:bodyPr>
          <a:lstStyle/>
          <a:p>
            <a:pPr indent="0" lvl="0" marL="0" rtl="0" algn="l">
              <a:spcBef>
                <a:spcPts val="1800"/>
              </a:spcBef>
              <a:spcAft>
                <a:spcPts val="0"/>
              </a:spcAft>
              <a:buNone/>
            </a:pPr>
            <a:r>
              <a:rPr b="1" lang="en" sz="1100"/>
              <a:t>Context:</a:t>
            </a:r>
            <a:endParaRPr b="1" sz="1100"/>
          </a:p>
          <a:p>
            <a:pPr indent="-298450" lvl="0" marL="457200" rtl="0" algn="l">
              <a:spcBef>
                <a:spcPts val="400"/>
              </a:spcBef>
              <a:spcAft>
                <a:spcPts val="0"/>
              </a:spcAft>
              <a:buSzPts val="1100"/>
              <a:buChar char="-"/>
            </a:pPr>
            <a:r>
              <a:rPr lang="en" sz="1100"/>
              <a:t>Review quality increasingly influences customer purchase decisions on Amazon </a:t>
            </a:r>
            <a:endParaRPr sz="1100"/>
          </a:p>
          <a:p>
            <a:pPr indent="-298450" lvl="0" marL="457200" rtl="0" algn="l">
              <a:lnSpc>
                <a:spcPct val="115000"/>
              </a:lnSpc>
              <a:spcBef>
                <a:spcPts val="400"/>
              </a:spcBef>
              <a:spcAft>
                <a:spcPts val="0"/>
              </a:spcAft>
              <a:buSzPts val="1100"/>
              <a:buChar char="-"/>
            </a:pPr>
            <a:r>
              <a:rPr lang="en" sz="1100"/>
              <a:t>Star ratings alone fail to capture nuanced customer experiences</a:t>
            </a:r>
            <a:endParaRPr sz="1100"/>
          </a:p>
          <a:p>
            <a:pPr indent="0" lvl="0" marL="0" rtl="0" algn="l">
              <a:lnSpc>
                <a:spcPct val="115000"/>
              </a:lnSpc>
              <a:spcBef>
                <a:spcPts val="0"/>
              </a:spcBef>
              <a:spcAft>
                <a:spcPts val="0"/>
              </a:spcAft>
              <a:buSzPts val="990"/>
              <a:buNone/>
            </a:pPr>
            <a:r>
              <a:t/>
            </a:r>
            <a:endParaRPr b="1" sz="1100"/>
          </a:p>
          <a:p>
            <a:pPr indent="0" lvl="0" marL="0" rtl="0" algn="l">
              <a:lnSpc>
                <a:spcPct val="115000"/>
              </a:lnSpc>
              <a:spcBef>
                <a:spcPts val="0"/>
              </a:spcBef>
              <a:spcAft>
                <a:spcPts val="0"/>
              </a:spcAft>
              <a:buSzPts val="990"/>
              <a:buNone/>
            </a:pPr>
            <a:r>
              <a:rPr b="1" lang="en" sz="1100"/>
              <a:t>Core Challenge: </a:t>
            </a:r>
            <a:endParaRPr sz="1100"/>
          </a:p>
          <a:p>
            <a:pPr indent="-298450" lvl="0" marL="457200" rtl="0" algn="l">
              <a:lnSpc>
                <a:spcPct val="115000"/>
              </a:lnSpc>
              <a:spcBef>
                <a:spcPts val="0"/>
              </a:spcBef>
              <a:spcAft>
                <a:spcPts val="0"/>
              </a:spcAft>
              <a:buSzPts val="1100"/>
              <a:buChar char="-"/>
            </a:pPr>
            <a:r>
              <a:rPr lang="en" sz="1100"/>
              <a:t>Rating prediction and helpfulness modeling show that not all reviews are equal and that low‑star, high‑helpful reviews are especially valuable signals​</a:t>
            </a:r>
            <a:endParaRPr sz="1100"/>
          </a:p>
          <a:p>
            <a:pPr indent="-298450" lvl="0" marL="457200" rtl="0" algn="l">
              <a:lnSpc>
                <a:spcPct val="115000"/>
              </a:lnSpc>
              <a:spcBef>
                <a:spcPts val="0"/>
              </a:spcBef>
              <a:spcAft>
                <a:spcPts val="0"/>
              </a:spcAft>
              <a:buSzPts val="1100"/>
              <a:buChar char="-"/>
            </a:pPr>
            <a:r>
              <a:rPr lang="en" sz="1100"/>
              <a:t>When text sounds positive but the rating is low, something important is being overlooked: unmet expectations, quality issues, or misaligned expectations</a:t>
            </a:r>
            <a:endParaRPr sz="1100"/>
          </a:p>
          <a:p>
            <a:pPr indent="0" lvl="0" marL="0" rtl="0" algn="l">
              <a:lnSpc>
                <a:spcPct val="115000"/>
              </a:lnSpc>
              <a:spcBef>
                <a:spcPts val="0"/>
              </a:spcBef>
              <a:spcAft>
                <a:spcPts val="0"/>
              </a:spcAft>
              <a:buSzPts val="990"/>
              <a:buNone/>
            </a:pPr>
            <a:r>
              <a:t/>
            </a:r>
            <a:endParaRPr b="1" sz="1100"/>
          </a:p>
          <a:p>
            <a:pPr indent="0" lvl="0" marL="0" rtl="0" algn="l">
              <a:lnSpc>
                <a:spcPct val="115000"/>
              </a:lnSpc>
              <a:spcBef>
                <a:spcPts val="0"/>
              </a:spcBef>
              <a:spcAft>
                <a:spcPts val="0"/>
              </a:spcAft>
              <a:buSzPts val="990"/>
              <a:buNone/>
            </a:pPr>
            <a:r>
              <a:rPr b="1" lang="en" sz="1100"/>
              <a:t>Business Objective: </a:t>
            </a:r>
            <a:endParaRPr sz="1100"/>
          </a:p>
          <a:p>
            <a:pPr indent="-298450" lvl="0" marL="457200" rtl="0" algn="l">
              <a:lnSpc>
                <a:spcPct val="115000"/>
              </a:lnSpc>
              <a:spcBef>
                <a:spcPts val="0"/>
              </a:spcBef>
              <a:spcAft>
                <a:spcPts val="0"/>
              </a:spcAft>
              <a:buSzPts val="1100"/>
              <a:buChar char="-"/>
            </a:pPr>
            <a:r>
              <a:rPr lang="en" sz="1100"/>
              <a:t>Identify sentiment-rating mismatches to show hidden product/service problems</a:t>
            </a:r>
            <a:endParaRPr sz="1100"/>
          </a:p>
          <a:p>
            <a:pPr indent="-298450" lvl="0" marL="457200" rtl="0" algn="l">
              <a:lnSpc>
                <a:spcPct val="115000"/>
              </a:lnSpc>
              <a:spcBef>
                <a:spcPts val="0"/>
              </a:spcBef>
              <a:spcAft>
                <a:spcPts val="0"/>
              </a:spcAft>
              <a:buSzPts val="1100"/>
              <a:buChar char="-"/>
            </a:pPr>
            <a:r>
              <a:rPr lang="en" sz="1100"/>
              <a:t>Create a model that finds signals for helpfulness</a:t>
            </a:r>
            <a:endParaRPr sz="1100"/>
          </a:p>
          <a:p>
            <a:pPr indent="-298450" lvl="0" marL="457200" rtl="0" algn="l">
              <a:lnSpc>
                <a:spcPct val="115000"/>
              </a:lnSpc>
              <a:spcBef>
                <a:spcPts val="0"/>
              </a:spcBef>
              <a:spcAft>
                <a:spcPts val="0"/>
              </a:spcAft>
              <a:buSzPts val="1100"/>
              <a:buChar char="-"/>
            </a:pPr>
            <a:r>
              <a:rPr lang="en" sz="1100"/>
              <a:t>Protecting consumer LTV by building reliable recommendations </a:t>
            </a:r>
            <a:endParaRPr sz="1100"/>
          </a:p>
        </p:txBody>
      </p:sp>
      <p:sp>
        <p:nvSpPr>
          <p:cNvPr id="512" name="Google Shape;512;p53"/>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3" name="Google Shape;513;p53"/>
          <p:cNvSpPr txBox="1"/>
          <p:nvPr>
            <p:ph idx="4294967295" type="subTitle"/>
          </p:nvPr>
        </p:nvSpPr>
        <p:spPr>
          <a:xfrm>
            <a:off x="361975" y="539900"/>
            <a:ext cx="8367600" cy="307800"/>
          </a:xfrm>
          <a:prstGeom prst="rect">
            <a:avLst/>
          </a:prstGeom>
        </p:spPr>
        <p:txBody>
          <a:bodyPr anchorCtr="0" anchor="t" bIns="91425" lIns="0" spcFirstLastPara="1" rIns="91425" wrap="square" tIns="91425">
            <a:noAutofit/>
          </a:bodyPr>
          <a:lstStyle/>
          <a:p>
            <a:pPr indent="-355600" lvl="0" marL="457200" rtl="0" algn="l">
              <a:spcBef>
                <a:spcPts val="0"/>
              </a:spcBef>
              <a:spcAft>
                <a:spcPts val="0"/>
              </a:spcAft>
              <a:buSzPts val="2000"/>
              <a:buAutoNum type="arabicPeriod"/>
            </a:pPr>
            <a:r>
              <a:rPr lang="en" sz="2000"/>
              <a:t>Business Problem </a:t>
            </a:r>
            <a:endParaRPr sz="2000"/>
          </a:p>
        </p:txBody>
      </p:sp>
      <p:pic>
        <p:nvPicPr>
          <p:cNvPr id="514" name="Google Shape;514;p53"/>
          <p:cNvPicPr preferRelativeResize="0"/>
          <p:nvPr/>
        </p:nvPicPr>
        <p:blipFill>
          <a:blip r:embed="rId3">
            <a:alphaModFix/>
          </a:blip>
          <a:stretch>
            <a:fillRect/>
          </a:stretch>
        </p:blipFill>
        <p:spPr>
          <a:xfrm>
            <a:off x="210800" y="1110599"/>
            <a:ext cx="2343150" cy="1258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54"/>
          <p:cNvSpPr txBox="1"/>
          <p:nvPr>
            <p:ph type="title"/>
          </p:nvPr>
        </p:nvSpPr>
        <p:spPr>
          <a:xfrm>
            <a:off x="311700" y="445025"/>
            <a:ext cx="8520600" cy="83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2. </a:t>
            </a:r>
            <a:r>
              <a:rPr lang="en" sz="2000"/>
              <a:t>Amazon Reviews Dataset (115 GB)</a:t>
            </a:r>
            <a:endParaRPr sz="2000"/>
          </a:p>
          <a:p>
            <a:pPr indent="0" lvl="0" marL="0" rtl="0" algn="l">
              <a:spcBef>
                <a:spcPts val="0"/>
              </a:spcBef>
              <a:spcAft>
                <a:spcPts val="0"/>
              </a:spcAft>
              <a:buNone/>
            </a:pPr>
            <a:r>
              <a:rPr lang="en" sz="1400"/>
              <a:t>4 Chosen Categories: </a:t>
            </a:r>
            <a:r>
              <a:rPr lang="en" sz="1400"/>
              <a:t>Electronics, Books, Clothes and Arts and Crafts</a:t>
            </a:r>
            <a:r>
              <a:rPr lang="en" sz="1400"/>
              <a:t> </a:t>
            </a:r>
            <a:endParaRPr sz="1400"/>
          </a:p>
          <a:p>
            <a:pPr indent="0" lvl="0" marL="0" rtl="0" algn="l">
              <a:spcBef>
                <a:spcPts val="0"/>
              </a:spcBef>
              <a:spcAft>
                <a:spcPts val="0"/>
              </a:spcAft>
              <a:buNone/>
            </a:pPr>
            <a:r>
              <a:t/>
            </a:r>
            <a:endParaRPr/>
          </a:p>
        </p:txBody>
      </p:sp>
      <p:sp>
        <p:nvSpPr>
          <p:cNvPr id="520" name="Google Shape;520;p54"/>
          <p:cNvSpPr txBox="1"/>
          <p:nvPr>
            <p:ph idx="1" type="body"/>
          </p:nvPr>
        </p:nvSpPr>
        <p:spPr>
          <a:xfrm>
            <a:off x="311700" y="1392050"/>
            <a:ext cx="3754500" cy="317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Data Fields</a:t>
            </a:r>
            <a:endParaRPr b="1" sz="1600"/>
          </a:p>
          <a:p>
            <a:pPr indent="0" lvl="0" marL="0" rtl="0" algn="l">
              <a:spcBef>
                <a:spcPts val="400"/>
              </a:spcBef>
              <a:spcAft>
                <a:spcPts val="0"/>
              </a:spcAft>
              <a:buNone/>
            </a:pPr>
            <a:r>
              <a:rPr lang="en"/>
              <a:t>Reviews</a:t>
            </a:r>
            <a:endParaRPr/>
          </a:p>
          <a:p>
            <a:pPr indent="-304800" lvl="0" marL="457200" rtl="0" algn="l">
              <a:spcBef>
                <a:spcPts val="400"/>
              </a:spcBef>
              <a:spcAft>
                <a:spcPts val="0"/>
              </a:spcAft>
              <a:buSzPts val="1200"/>
              <a:buChar char="-"/>
            </a:pPr>
            <a:r>
              <a:rPr lang="en"/>
              <a:t>t</a:t>
            </a:r>
            <a:r>
              <a:rPr lang="en"/>
              <a:t>imestamp, </a:t>
            </a:r>
            <a:r>
              <a:rPr lang="en"/>
              <a:t>rating, helpful_vote</a:t>
            </a:r>
            <a:endParaRPr/>
          </a:p>
          <a:p>
            <a:pPr indent="-304800" lvl="0" marL="457200" rtl="0" algn="l">
              <a:spcBef>
                <a:spcPts val="400"/>
              </a:spcBef>
              <a:spcAft>
                <a:spcPts val="0"/>
              </a:spcAft>
              <a:buSzPts val="1200"/>
              <a:buChar char="-"/>
            </a:pPr>
            <a:r>
              <a:rPr lang="en"/>
              <a:t>title, text, image </a:t>
            </a:r>
            <a:endParaRPr/>
          </a:p>
          <a:p>
            <a:pPr indent="-304800" lvl="0" marL="457200" rtl="0" algn="l">
              <a:spcBef>
                <a:spcPts val="400"/>
              </a:spcBef>
              <a:spcAft>
                <a:spcPts val="0"/>
              </a:spcAft>
              <a:buSzPts val="1200"/>
              <a:buChar char="-"/>
            </a:pPr>
            <a:r>
              <a:rPr lang="en"/>
              <a:t>asin, parent_asin</a:t>
            </a:r>
            <a:endParaRPr/>
          </a:p>
          <a:p>
            <a:pPr indent="-304800" lvl="0" marL="457200" rtl="0" algn="l">
              <a:spcBef>
                <a:spcPts val="400"/>
              </a:spcBef>
              <a:spcAft>
                <a:spcPts val="0"/>
              </a:spcAft>
              <a:buSzPts val="1200"/>
              <a:buChar char="-"/>
            </a:pPr>
            <a:r>
              <a:rPr lang="en"/>
              <a:t>user_id, verified_purchase</a:t>
            </a:r>
            <a:endParaRPr/>
          </a:p>
          <a:p>
            <a:pPr indent="0" lvl="0" marL="0" rtl="0" algn="l">
              <a:spcBef>
                <a:spcPts val="0"/>
              </a:spcBef>
              <a:spcAft>
                <a:spcPts val="0"/>
              </a:spcAft>
              <a:buNone/>
            </a:pPr>
            <a:r>
              <a:rPr lang="en"/>
              <a:t>Metadata</a:t>
            </a:r>
            <a:endParaRPr/>
          </a:p>
          <a:p>
            <a:pPr indent="-304800" lvl="0" marL="457200" rtl="0" algn="l">
              <a:spcBef>
                <a:spcPts val="400"/>
              </a:spcBef>
              <a:spcAft>
                <a:spcPts val="0"/>
              </a:spcAft>
              <a:buSzPts val="1200"/>
              <a:buChar char="-"/>
            </a:pPr>
            <a:r>
              <a:rPr lang="en"/>
              <a:t>main_category, categories</a:t>
            </a:r>
            <a:endParaRPr/>
          </a:p>
          <a:p>
            <a:pPr indent="-304800" lvl="0" marL="457200" rtl="0" algn="l">
              <a:spcBef>
                <a:spcPts val="400"/>
              </a:spcBef>
              <a:spcAft>
                <a:spcPts val="0"/>
              </a:spcAft>
              <a:buSzPts val="1200"/>
              <a:buChar char="-"/>
            </a:pPr>
            <a:r>
              <a:rPr lang="en"/>
              <a:t>title, description, price</a:t>
            </a:r>
            <a:endParaRPr/>
          </a:p>
          <a:p>
            <a:pPr indent="-304800" lvl="0" marL="457200" rtl="0" algn="l">
              <a:spcBef>
                <a:spcPts val="0"/>
              </a:spcBef>
              <a:spcAft>
                <a:spcPts val="0"/>
              </a:spcAft>
              <a:buSzPts val="1200"/>
              <a:buChar char="-"/>
            </a:pPr>
            <a:r>
              <a:rPr lang="en"/>
              <a:t>… </a:t>
            </a:r>
            <a:endParaRPr/>
          </a:p>
          <a:p>
            <a:pPr indent="-304800" lvl="0" marL="457200" rtl="0" algn="l">
              <a:spcBef>
                <a:spcPts val="0"/>
              </a:spcBef>
              <a:spcAft>
                <a:spcPts val="0"/>
              </a:spcAft>
              <a:buSzPts val="1200"/>
              <a:buChar char="-"/>
            </a:pPr>
            <a:r>
              <a:rPr lang="en"/>
              <a:t>images, videos (URL)</a:t>
            </a:r>
            <a:endParaRPr/>
          </a:p>
          <a:p>
            <a:pPr indent="-304800" lvl="0" marL="457200" rtl="0" algn="l">
              <a:spcBef>
                <a:spcPts val="0"/>
              </a:spcBef>
              <a:spcAft>
                <a:spcPts val="0"/>
              </a:spcAft>
              <a:buSzPts val="1200"/>
              <a:buChar char="-"/>
            </a:pPr>
            <a:r>
              <a:rPr lang="en"/>
              <a:t>parent_asin</a:t>
            </a:r>
            <a:endParaRPr/>
          </a:p>
          <a:p>
            <a:pPr indent="0" lvl="0" marL="457200" rtl="0" algn="l">
              <a:spcBef>
                <a:spcPts val="0"/>
              </a:spcBef>
              <a:spcAft>
                <a:spcPts val="0"/>
              </a:spcAft>
              <a:buNone/>
            </a:pPr>
            <a:r>
              <a:t/>
            </a:r>
            <a:endParaRPr/>
          </a:p>
        </p:txBody>
      </p:sp>
      <p:sp>
        <p:nvSpPr>
          <p:cNvPr id="521" name="Google Shape;521;p54"/>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2" name="Google Shape;522;p54"/>
          <p:cNvSpPr txBox="1"/>
          <p:nvPr>
            <p:ph idx="1" type="body"/>
          </p:nvPr>
        </p:nvSpPr>
        <p:spPr>
          <a:xfrm>
            <a:off x="5022175" y="1374350"/>
            <a:ext cx="3754500" cy="3177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600"/>
              <a:t>Data Preparation</a:t>
            </a:r>
            <a:endParaRPr b="1" sz="1600"/>
          </a:p>
          <a:p>
            <a:pPr indent="-298450" lvl="0" marL="457200" rtl="0" algn="l">
              <a:spcBef>
                <a:spcPts val="400"/>
              </a:spcBef>
              <a:spcAft>
                <a:spcPts val="0"/>
              </a:spcAft>
              <a:buSzPts val="1100"/>
              <a:buAutoNum type="arabicPeriod"/>
            </a:pPr>
            <a:r>
              <a:rPr lang="en" sz="1100"/>
              <a:t>Scripted download and upload pipeline from Huggingface to GCS</a:t>
            </a:r>
            <a:endParaRPr sz="1100"/>
          </a:p>
          <a:p>
            <a:pPr indent="-298450" lvl="0" marL="457200" rtl="0" algn="l">
              <a:spcBef>
                <a:spcPts val="0"/>
              </a:spcBef>
              <a:spcAft>
                <a:spcPts val="0"/>
              </a:spcAft>
              <a:buSzPts val="1100"/>
              <a:buAutoNum type="arabicPeriod"/>
            </a:pPr>
            <a:r>
              <a:rPr lang="en" sz="1100"/>
              <a:t>Custom PySpark schema to load </a:t>
            </a:r>
            <a:r>
              <a:rPr lang="en" sz="1100"/>
              <a:t>inconsistent</a:t>
            </a:r>
            <a:r>
              <a:rPr lang="en" sz="1100"/>
              <a:t> json data </a:t>
            </a:r>
            <a:endParaRPr sz="1100"/>
          </a:p>
          <a:p>
            <a:pPr indent="-298450" lvl="0" marL="457200" rtl="0" algn="l">
              <a:spcBef>
                <a:spcPts val="0"/>
              </a:spcBef>
              <a:spcAft>
                <a:spcPts val="0"/>
              </a:spcAft>
              <a:buSzPts val="1100"/>
              <a:buAutoNum type="arabicPeriod"/>
            </a:pPr>
            <a:r>
              <a:rPr lang="en" sz="1100"/>
              <a:t>Add raw_category label </a:t>
            </a:r>
            <a:endParaRPr sz="1100"/>
          </a:p>
          <a:p>
            <a:pPr indent="-298450" lvl="0" marL="457200" rtl="0" algn="l">
              <a:spcBef>
                <a:spcPts val="0"/>
              </a:spcBef>
              <a:spcAft>
                <a:spcPts val="0"/>
              </a:spcAft>
              <a:buSzPts val="1100"/>
              <a:buAutoNum type="arabicPeriod"/>
            </a:pPr>
            <a:r>
              <a:rPr lang="en" sz="1100"/>
              <a:t>Drop </a:t>
            </a:r>
            <a:r>
              <a:rPr lang="en" sz="1100"/>
              <a:t>unnecessary</a:t>
            </a:r>
            <a:r>
              <a:rPr lang="en" sz="1100"/>
              <a:t> values (images, videos URLs)</a:t>
            </a:r>
            <a:endParaRPr sz="1100"/>
          </a:p>
          <a:p>
            <a:pPr indent="-298450" lvl="0" marL="457200" rtl="0" algn="l">
              <a:spcBef>
                <a:spcPts val="0"/>
              </a:spcBef>
              <a:spcAft>
                <a:spcPts val="0"/>
              </a:spcAft>
              <a:buSzPts val="1100"/>
              <a:buAutoNum type="arabicPeriod"/>
            </a:pPr>
            <a:r>
              <a:rPr lang="en" sz="1100"/>
              <a:t>Deduplication</a:t>
            </a:r>
            <a:endParaRPr sz="1100"/>
          </a:p>
          <a:p>
            <a:pPr indent="-298450" lvl="0" marL="457200" rtl="0" algn="l">
              <a:spcBef>
                <a:spcPts val="0"/>
              </a:spcBef>
              <a:spcAft>
                <a:spcPts val="0"/>
              </a:spcAft>
              <a:buSzPts val="1100"/>
              <a:buAutoNum type="arabicPeriod"/>
            </a:pPr>
            <a:r>
              <a:rPr lang="en" sz="1100"/>
              <a:t>Select recent 10-year data for analysis and 5-year data ML</a:t>
            </a:r>
            <a:endParaRPr sz="1100"/>
          </a:p>
          <a:p>
            <a:pPr indent="-298450" lvl="0" marL="457200" rtl="0" algn="l">
              <a:spcBef>
                <a:spcPts val="0"/>
              </a:spcBef>
              <a:spcAft>
                <a:spcPts val="0"/>
              </a:spcAft>
              <a:buSzPts val="1100"/>
              <a:buAutoNum type="arabicPeriod"/>
            </a:pPr>
            <a:r>
              <a:rPr lang="en" sz="1100"/>
              <a:t>Save in parquet (2 tables)</a:t>
            </a:r>
            <a:endParaRPr sz="1100"/>
          </a:p>
          <a:p>
            <a:pPr indent="0" lvl="0" marL="0" rtl="0" algn="l">
              <a:spcBef>
                <a:spcPts val="400"/>
              </a:spcBef>
              <a:spcAft>
                <a:spcPts val="0"/>
              </a:spcAft>
              <a:buNone/>
            </a:pPr>
            <a:r>
              <a:rPr b="1" lang="en" sz="1600"/>
              <a:t>Benefit</a:t>
            </a:r>
            <a:r>
              <a:rPr b="1" lang="en" sz="1600"/>
              <a:t> </a:t>
            </a:r>
            <a:endParaRPr b="1" sz="1600"/>
          </a:p>
          <a:p>
            <a:pPr indent="-298450" lvl="0" marL="457200" rtl="0" algn="l">
              <a:spcBef>
                <a:spcPts val="400"/>
              </a:spcBef>
              <a:spcAft>
                <a:spcPts val="0"/>
              </a:spcAft>
              <a:buSzPts val="1100"/>
              <a:buChar char="-"/>
            </a:pPr>
            <a:r>
              <a:rPr lang="en" sz="1100"/>
              <a:t>Storage efficiency: 115GB -&gt; 40GB </a:t>
            </a:r>
            <a:endParaRPr sz="1100"/>
          </a:p>
          <a:p>
            <a:pPr indent="-298450" lvl="0" marL="457200" rtl="0" algn="l">
              <a:spcBef>
                <a:spcPts val="0"/>
              </a:spcBef>
              <a:spcAft>
                <a:spcPts val="0"/>
              </a:spcAft>
              <a:buSzPts val="1100"/>
              <a:buChar char="-"/>
            </a:pPr>
            <a:r>
              <a:rPr lang="en" sz="1100"/>
              <a:t>Speed efficiency: Load time 60+ min -&gt; 5 min </a:t>
            </a:r>
            <a:endParaRPr sz="1100"/>
          </a:p>
          <a:p>
            <a:pPr indent="-298450" lvl="0" marL="457200" rtl="0" algn="l">
              <a:spcBef>
                <a:spcPts val="0"/>
              </a:spcBef>
              <a:spcAft>
                <a:spcPts val="0"/>
              </a:spcAft>
              <a:buSzPts val="1100"/>
              <a:buChar char="-"/>
            </a:pPr>
            <a:r>
              <a:rPr lang="en" sz="1100"/>
              <a:t>Work efficiency: reduce redundant work</a:t>
            </a:r>
            <a:endParaRPr sz="1100"/>
          </a:p>
        </p:txBody>
      </p:sp>
      <p:cxnSp>
        <p:nvCxnSpPr>
          <p:cNvPr id="523" name="Google Shape;523;p54"/>
          <p:cNvCxnSpPr/>
          <p:nvPr/>
        </p:nvCxnSpPr>
        <p:spPr>
          <a:xfrm>
            <a:off x="4420325" y="1553625"/>
            <a:ext cx="13200" cy="3178500"/>
          </a:xfrm>
          <a:prstGeom prst="straightConnector1">
            <a:avLst/>
          </a:prstGeom>
          <a:noFill/>
          <a:ln cap="flat" cmpd="sng" w="38100">
            <a:solidFill>
              <a:schemeClr val="dk2"/>
            </a:solidFill>
            <a:prstDash val="solid"/>
            <a:round/>
            <a:headEnd len="med" w="med" type="none"/>
            <a:tailEnd len="med" w="med"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55"/>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9" name="Google Shape;529;p55"/>
          <p:cNvSpPr txBox="1"/>
          <p:nvPr>
            <p:ph idx="4294967295" type="subTitle"/>
          </p:nvPr>
        </p:nvSpPr>
        <p:spPr>
          <a:xfrm>
            <a:off x="361975" y="539900"/>
            <a:ext cx="8367600" cy="3078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2000"/>
              <a:t>Historical Review Change</a:t>
            </a:r>
            <a:endParaRPr sz="2000"/>
          </a:p>
        </p:txBody>
      </p:sp>
      <p:pic>
        <p:nvPicPr>
          <p:cNvPr id="530" name="Google Shape;530;p55"/>
          <p:cNvPicPr preferRelativeResize="0"/>
          <p:nvPr/>
        </p:nvPicPr>
        <p:blipFill>
          <a:blip r:embed="rId3">
            <a:alphaModFix/>
          </a:blip>
          <a:stretch>
            <a:fillRect/>
          </a:stretch>
        </p:blipFill>
        <p:spPr>
          <a:xfrm>
            <a:off x="394625" y="1743238"/>
            <a:ext cx="4023049" cy="3001325"/>
          </a:xfrm>
          <a:prstGeom prst="rect">
            <a:avLst/>
          </a:prstGeom>
          <a:noFill/>
          <a:ln>
            <a:noFill/>
          </a:ln>
        </p:spPr>
      </p:pic>
      <p:pic>
        <p:nvPicPr>
          <p:cNvPr id="531" name="Google Shape;531;p55"/>
          <p:cNvPicPr preferRelativeResize="0"/>
          <p:nvPr/>
        </p:nvPicPr>
        <p:blipFill>
          <a:blip r:embed="rId4">
            <a:alphaModFix/>
          </a:blip>
          <a:stretch>
            <a:fillRect/>
          </a:stretch>
        </p:blipFill>
        <p:spPr>
          <a:xfrm>
            <a:off x="4673875" y="1743238"/>
            <a:ext cx="4023049" cy="3001337"/>
          </a:xfrm>
          <a:prstGeom prst="rect">
            <a:avLst/>
          </a:prstGeom>
          <a:noFill/>
          <a:ln>
            <a:noFill/>
          </a:ln>
        </p:spPr>
      </p:pic>
      <p:sp>
        <p:nvSpPr>
          <p:cNvPr id="532" name="Google Shape;532;p55"/>
          <p:cNvSpPr txBox="1"/>
          <p:nvPr/>
        </p:nvSpPr>
        <p:spPr>
          <a:xfrm>
            <a:off x="448275" y="1085325"/>
            <a:ext cx="7487100" cy="41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rchivo"/>
                <a:ea typeface="Archivo"/>
                <a:cs typeface="Archivo"/>
                <a:sym typeface="Archivo"/>
              </a:rPr>
              <a:t>Total reviews grew over time as Amazon grew, steady stall in recent years due to </a:t>
            </a:r>
            <a:r>
              <a:rPr lang="en" sz="1200">
                <a:solidFill>
                  <a:schemeClr val="dk1"/>
                </a:solidFill>
                <a:latin typeface="Archivo"/>
                <a:ea typeface="Archivo"/>
                <a:cs typeface="Archivo"/>
                <a:sym typeface="Archivo"/>
              </a:rPr>
              <a:t>emerging</a:t>
            </a:r>
            <a:r>
              <a:rPr lang="en" sz="1200">
                <a:solidFill>
                  <a:schemeClr val="dk1"/>
                </a:solidFill>
                <a:latin typeface="Archivo"/>
                <a:ea typeface="Archivo"/>
                <a:cs typeface="Archivo"/>
                <a:sym typeface="Archivo"/>
              </a:rPr>
              <a:t> competition. The </a:t>
            </a:r>
            <a:r>
              <a:rPr lang="en" sz="1200">
                <a:solidFill>
                  <a:schemeClr val="dk1"/>
                </a:solidFill>
                <a:latin typeface="Archivo"/>
                <a:ea typeface="Archivo"/>
                <a:cs typeface="Archivo"/>
                <a:sym typeface="Archivo"/>
              </a:rPr>
              <a:t>percentage</a:t>
            </a:r>
            <a:r>
              <a:rPr lang="en" sz="1200">
                <a:solidFill>
                  <a:schemeClr val="dk1"/>
                </a:solidFill>
                <a:latin typeface="Archivo"/>
                <a:ea typeface="Archivo"/>
                <a:cs typeface="Archivo"/>
                <a:sym typeface="Archivo"/>
              </a:rPr>
              <a:t> of 1 star rating has increased in recent </a:t>
            </a:r>
            <a:r>
              <a:rPr lang="en" sz="1200">
                <a:solidFill>
                  <a:schemeClr val="dk1"/>
                </a:solidFill>
                <a:latin typeface="Archivo"/>
                <a:ea typeface="Archivo"/>
                <a:cs typeface="Archivo"/>
                <a:sym typeface="Archivo"/>
              </a:rPr>
              <a:t>years.</a:t>
            </a:r>
            <a:endParaRPr sz="1200">
              <a:solidFill>
                <a:schemeClr val="dk1"/>
              </a:solidFill>
              <a:latin typeface="Archivo"/>
              <a:ea typeface="Archivo"/>
              <a:cs typeface="Archivo"/>
              <a:sym typeface="Archiv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6" name="Shape 536"/>
        <p:cNvGrpSpPr/>
        <p:nvPr/>
      </p:nvGrpSpPr>
      <p:grpSpPr>
        <a:xfrm>
          <a:off x="0" y="0"/>
          <a:ext cx="0" cy="0"/>
          <a:chOff x="0" y="0"/>
          <a:chExt cx="0" cy="0"/>
        </a:xfrm>
      </p:grpSpPr>
      <p:sp>
        <p:nvSpPr>
          <p:cNvPr id="537" name="Google Shape;537;p56"/>
          <p:cNvSpPr txBox="1"/>
          <p:nvPr>
            <p:ph idx="14" type="subTitle"/>
          </p:nvPr>
        </p:nvSpPr>
        <p:spPr>
          <a:xfrm>
            <a:off x="361975" y="539900"/>
            <a:ext cx="8367600" cy="3078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lang="en"/>
              <a:t>Ratings over time </a:t>
            </a:r>
            <a:endParaRPr/>
          </a:p>
        </p:txBody>
      </p:sp>
      <p:sp>
        <p:nvSpPr>
          <p:cNvPr id="538" name="Google Shape;538;p56"/>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9" name="Google Shape;539;p56"/>
          <p:cNvSpPr txBox="1"/>
          <p:nvPr>
            <p:ph idx="2" type="body"/>
          </p:nvPr>
        </p:nvSpPr>
        <p:spPr>
          <a:xfrm>
            <a:off x="361975" y="1377800"/>
            <a:ext cx="3644100" cy="617400"/>
          </a:xfrm>
          <a:prstGeom prst="rect">
            <a:avLst/>
          </a:prstGeom>
        </p:spPr>
        <p:txBody>
          <a:bodyPr anchorCtr="0" anchor="t" bIns="0" lIns="0" spcFirstLastPara="1" rIns="0" wrap="square" tIns="45700">
            <a:noAutofit/>
          </a:bodyPr>
          <a:lstStyle/>
          <a:p>
            <a:pPr indent="0" lvl="0" marL="0" rtl="0" algn="l">
              <a:spcBef>
                <a:spcPts val="0"/>
              </a:spcBef>
              <a:spcAft>
                <a:spcPts val="0"/>
              </a:spcAft>
              <a:buNone/>
            </a:pPr>
            <a:r>
              <a:rPr lang="en"/>
              <a:t>On average, ratings across the four different categories do not </a:t>
            </a:r>
            <a:r>
              <a:rPr lang="en"/>
              <a:t>change</a:t>
            </a:r>
            <a:r>
              <a:rPr lang="en"/>
              <a:t> over time</a:t>
            </a:r>
            <a:endParaRPr/>
          </a:p>
          <a:p>
            <a:pPr indent="0" lvl="0" marL="0" rtl="0" algn="l">
              <a:spcBef>
                <a:spcPts val="800"/>
              </a:spcBef>
              <a:spcAft>
                <a:spcPts val="800"/>
              </a:spcAft>
              <a:buNone/>
            </a:pPr>
            <a:r>
              <a:t/>
            </a:r>
            <a:endParaRPr>
              <a:solidFill>
                <a:schemeClr val="accent1"/>
              </a:solidFill>
            </a:endParaRPr>
          </a:p>
        </p:txBody>
      </p:sp>
      <p:sp>
        <p:nvSpPr>
          <p:cNvPr id="540" name="Google Shape;540;p56"/>
          <p:cNvSpPr txBox="1"/>
          <p:nvPr>
            <p:ph idx="3" type="subTitle"/>
          </p:nvPr>
        </p:nvSpPr>
        <p:spPr>
          <a:xfrm>
            <a:off x="361975" y="1127286"/>
            <a:ext cx="3515700" cy="15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Ratings do not change across time </a:t>
            </a:r>
            <a:endParaRPr/>
          </a:p>
        </p:txBody>
      </p:sp>
      <p:pic>
        <p:nvPicPr>
          <p:cNvPr id="541" name="Google Shape;541;p56" title="Screenshot 2025-12-06 at 2.20.59 AM.png"/>
          <p:cNvPicPr preferRelativeResize="0"/>
          <p:nvPr/>
        </p:nvPicPr>
        <p:blipFill>
          <a:blip r:embed="rId3">
            <a:alphaModFix/>
          </a:blip>
          <a:stretch>
            <a:fillRect/>
          </a:stretch>
        </p:blipFill>
        <p:spPr>
          <a:xfrm>
            <a:off x="103150" y="2788075"/>
            <a:ext cx="3610949" cy="2096423"/>
          </a:xfrm>
          <a:prstGeom prst="rect">
            <a:avLst/>
          </a:prstGeom>
          <a:noFill/>
          <a:ln>
            <a:noFill/>
          </a:ln>
        </p:spPr>
      </p:pic>
      <p:pic>
        <p:nvPicPr>
          <p:cNvPr id="542" name="Google Shape;542;p56" title="Screenshot 2025-12-06 at 2.27.18 AM.png"/>
          <p:cNvPicPr preferRelativeResize="0"/>
          <p:nvPr/>
        </p:nvPicPr>
        <p:blipFill>
          <a:blip r:embed="rId4">
            <a:alphaModFix/>
          </a:blip>
          <a:stretch>
            <a:fillRect/>
          </a:stretch>
        </p:blipFill>
        <p:spPr>
          <a:xfrm>
            <a:off x="4370463" y="451724"/>
            <a:ext cx="4536753" cy="2210001"/>
          </a:xfrm>
          <a:prstGeom prst="rect">
            <a:avLst/>
          </a:prstGeom>
          <a:noFill/>
          <a:ln>
            <a:noFill/>
          </a:ln>
        </p:spPr>
      </p:pic>
      <p:pic>
        <p:nvPicPr>
          <p:cNvPr id="543" name="Google Shape;543;p56" title="Screenshot 2025-12-06 at 2.27.25 AM.png"/>
          <p:cNvPicPr preferRelativeResize="0"/>
          <p:nvPr/>
        </p:nvPicPr>
        <p:blipFill>
          <a:blip r:embed="rId5">
            <a:alphaModFix/>
          </a:blip>
          <a:stretch>
            <a:fillRect/>
          </a:stretch>
        </p:blipFill>
        <p:spPr>
          <a:xfrm>
            <a:off x="4337588" y="2788074"/>
            <a:ext cx="4602476" cy="22100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7" name="Shape 547"/>
        <p:cNvGrpSpPr/>
        <p:nvPr/>
      </p:nvGrpSpPr>
      <p:grpSpPr>
        <a:xfrm>
          <a:off x="0" y="0"/>
          <a:ext cx="0" cy="0"/>
          <a:chOff x="0" y="0"/>
          <a:chExt cx="0" cy="0"/>
        </a:xfrm>
      </p:grpSpPr>
      <p:sp>
        <p:nvSpPr>
          <p:cNvPr id="548" name="Google Shape;548;p57"/>
          <p:cNvSpPr txBox="1"/>
          <p:nvPr>
            <p:ph idx="14" type="subTitle"/>
          </p:nvPr>
        </p:nvSpPr>
        <p:spPr>
          <a:xfrm>
            <a:off x="361975" y="539900"/>
            <a:ext cx="8367600" cy="3078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lang="en"/>
              <a:t>Ratings over time </a:t>
            </a:r>
            <a:endParaRPr/>
          </a:p>
        </p:txBody>
      </p:sp>
      <p:sp>
        <p:nvSpPr>
          <p:cNvPr id="549" name="Google Shape;549;p57"/>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0" name="Google Shape;550;p57"/>
          <p:cNvSpPr txBox="1"/>
          <p:nvPr>
            <p:ph idx="5" type="body"/>
          </p:nvPr>
        </p:nvSpPr>
        <p:spPr>
          <a:xfrm>
            <a:off x="387475" y="1542371"/>
            <a:ext cx="3951600" cy="648900"/>
          </a:xfrm>
          <a:prstGeom prst="rect">
            <a:avLst/>
          </a:prstGeom>
        </p:spPr>
        <p:txBody>
          <a:bodyPr anchorCtr="0" anchor="t" bIns="0" lIns="0" spcFirstLastPara="1" rIns="0" wrap="square" tIns="45700">
            <a:noAutofit/>
          </a:bodyPr>
          <a:lstStyle/>
          <a:p>
            <a:pPr indent="0" lvl="0" marL="0" rtl="0" algn="l">
              <a:spcBef>
                <a:spcPts val="0"/>
              </a:spcBef>
              <a:spcAft>
                <a:spcPts val="800"/>
              </a:spcAft>
              <a:buNone/>
            </a:pPr>
            <a:r>
              <a:rPr lang="en"/>
              <a:t>Majority of reviews were written 1~3 years after the first one. This makes </a:t>
            </a:r>
            <a:r>
              <a:rPr lang="en"/>
              <a:t>sense</a:t>
            </a:r>
            <a:r>
              <a:rPr lang="en"/>
              <a:t> as many customers leave reviews after a one-year warranty period hoping to get a refund and/or exchanges</a:t>
            </a:r>
            <a:endParaRPr/>
          </a:p>
        </p:txBody>
      </p:sp>
      <p:sp>
        <p:nvSpPr>
          <p:cNvPr id="551" name="Google Shape;551;p57"/>
          <p:cNvSpPr txBox="1"/>
          <p:nvPr>
            <p:ph idx="6" type="subTitle"/>
          </p:nvPr>
        </p:nvSpPr>
        <p:spPr>
          <a:xfrm>
            <a:off x="387475" y="1279005"/>
            <a:ext cx="3515700" cy="234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Time when reviews were written </a:t>
            </a:r>
            <a:endParaRPr/>
          </a:p>
        </p:txBody>
      </p:sp>
      <p:sp>
        <p:nvSpPr>
          <p:cNvPr id="552" name="Google Shape;552;p57"/>
          <p:cNvSpPr txBox="1"/>
          <p:nvPr>
            <p:ph idx="7" type="body"/>
          </p:nvPr>
        </p:nvSpPr>
        <p:spPr>
          <a:xfrm>
            <a:off x="361975" y="3158075"/>
            <a:ext cx="3254400" cy="643800"/>
          </a:xfrm>
          <a:prstGeom prst="rect">
            <a:avLst/>
          </a:prstGeom>
        </p:spPr>
        <p:txBody>
          <a:bodyPr anchorCtr="0" anchor="t" bIns="0" lIns="0" spcFirstLastPara="1" rIns="0" wrap="square" tIns="45700">
            <a:noAutofit/>
          </a:bodyPr>
          <a:lstStyle/>
          <a:p>
            <a:pPr indent="0" lvl="0" marL="0" rtl="0" algn="l">
              <a:spcBef>
                <a:spcPts val="0"/>
              </a:spcBef>
              <a:spcAft>
                <a:spcPts val="800"/>
              </a:spcAft>
              <a:buNone/>
            </a:pPr>
            <a:r>
              <a:rPr lang="en"/>
              <a:t>Unsurprisingly, the category at hand does show different trends. Books show a different percent change in rating while the other three categories show a similar trend in average ratings falling overtime </a:t>
            </a:r>
            <a:endParaRPr/>
          </a:p>
        </p:txBody>
      </p:sp>
      <p:sp>
        <p:nvSpPr>
          <p:cNvPr id="553" name="Google Shape;553;p57"/>
          <p:cNvSpPr txBox="1"/>
          <p:nvPr>
            <p:ph idx="8" type="subTitle"/>
          </p:nvPr>
        </p:nvSpPr>
        <p:spPr>
          <a:xfrm>
            <a:off x="361975" y="2925573"/>
            <a:ext cx="3515700" cy="232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Business category makes an impact </a:t>
            </a:r>
            <a:endParaRPr/>
          </a:p>
        </p:txBody>
      </p:sp>
      <p:pic>
        <p:nvPicPr>
          <p:cNvPr id="554" name="Google Shape;554;p57" title="Screenshot 2025-12-06 at 2.07.58 AM.png"/>
          <p:cNvPicPr preferRelativeResize="0"/>
          <p:nvPr/>
        </p:nvPicPr>
        <p:blipFill>
          <a:blip r:embed="rId3">
            <a:alphaModFix/>
          </a:blip>
          <a:stretch>
            <a:fillRect/>
          </a:stretch>
        </p:blipFill>
        <p:spPr>
          <a:xfrm>
            <a:off x="4844772" y="408900"/>
            <a:ext cx="3780454" cy="2173150"/>
          </a:xfrm>
          <a:prstGeom prst="rect">
            <a:avLst/>
          </a:prstGeom>
          <a:noFill/>
          <a:ln>
            <a:noFill/>
          </a:ln>
        </p:spPr>
      </p:pic>
      <p:pic>
        <p:nvPicPr>
          <p:cNvPr id="555" name="Google Shape;555;p57" title="Screenshot 2025-12-06 at 2.31.11 AM.png"/>
          <p:cNvPicPr preferRelativeResize="0"/>
          <p:nvPr/>
        </p:nvPicPr>
        <p:blipFill>
          <a:blip r:embed="rId4">
            <a:alphaModFix/>
          </a:blip>
          <a:stretch>
            <a:fillRect/>
          </a:stretch>
        </p:blipFill>
        <p:spPr>
          <a:xfrm>
            <a:off x="4835163" y="2709825"/>
            <a:ext cx="3880233" cy="22566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58"/>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1" name="Google Shape;561;p58"/>
          <p:cNvSpPr txBox="1"/>
          <p:nvPr>
            <p:ph idx="4294967295" type="subTitle"/>
          </p:nvPr>
        </p:nvSpPr>
        <p:spPr>
          <a:xfrm>
            <a:off x="361975" y="539900"/>
            <a:ext cx="8367600" cy="3078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2000"/>
              <a:t>Helpfulness by rating category </a:t>
            </a:r>
            <a:endParaRPr sz="2000"/>
          </a:p>
        </p:txBody>
      </p:sp>
      <p:sp>
        <p:nvSpPr>
          <p:cNvPr id="562" name="Google Shape;562;p58"/>
          <p:cNvSpPr txBox="1"/>
          <p:nvPr/>
        </p:nvSpPr>
        <p:spPr>
          <a:xfrm>
            <a:off x="361975" y="1085325"/>
            <a:ext cx="7573500" cy="41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rchivo"/>
                <a:ea typeface="Archivo"/>
                <a:cs typeface="Archivo"/>
                <a:sym typeface="Archivo"/>
              </a:rPr>
              <a:t>1 star reviews are the most helpful and most common rating. As a whole, there is a general trend of decreasing helpfulness, </a:t>
            </a:r>
            <a:r>
              <a:rPr lang="en" sz="1200">
                <a:solidFill>
                  <a:schemeClr val="dk1"/>
                </a:solidFill>
                <a:latin typeface="Archivo"/>
                <a:ea typeface="Archivo"/>
                <a:cs typeface="Archivo"/>
                <a:sym typeface="Archivo"/>
              </a:rPr>
              <a:t>especially</a:t>
            </a:r>
            <a:r>
              <a:rPr lang="en" sz="1200">
                <a:solidFill>
                  <a:schemeClr val="dk1"/>
                </a:solidFill>
                <a:latin typeface="Archivo"/>
                <a:ea typeface="Archivo"/>
                <a:cs typeface="Archivo"/>
                <a:sym typeface="Archivo"/>
              </a:rPr>
              <a:t> after 2020</a:t>
            </a:r>
            <a:r>
              <a:rPr lang="en" sz="1200">
                <a:solidFill>
                  <a:schemeClr val="dk1"/>
                </a:solidFill>
                <a:latin typeface="Archivo"/>
                <a:ea typeface="Archivo"/>
                <a:cs typeface="Archivo"/>
                <a:sym typeface="Archivo"/>
              </a:rPr>
              <a:t>.</a:t>
            </a:r>
            <a:r>
              <a:rPr lang="en" sz="1200">
                <a:solidFill>
                  <a:schemeClr val="dk1"/>
                </a:solidFill>
                <a:latin typeface="Archivo"/>
                <a:ea typeface="Archivo"/>
                <a:cs typeface="Archivo"/>
                <a:sym typeface="Archivo"/>
              </a:rPr>
              <a:t> </a:t>
            </a:r>
            <a:endParaRPr sz="1200">
              <a:solidFill>
                <a:schemeClr val="dk1"/>
              </a:solidFill>
              <a:latin typeface="Archivo"/>
              <a:ea typeface="Archivo"/>
              <a:cs typeface="Archivo"/>
              <a:sym typeface="Archivo"/>
            </a:endParaRPr>
          </a:p>
        </p:txBody>
      </p:sp>
      <p:pic>
        <p:nvPicPr>
          <p:cNvPr id="563" name="Google Shape;563;p58"/>
          <p:cNvPicPr preferRelativeResize="0"/>
          <p:nvPr/>
        </p:nvPicPr>
        <p:blipFill>
          <a:blip r:embed="rId3">
            <a:alphaModFix/>
          </a:blip>
          <a:stretch>
            <a:fillRect/>
          </a:stretch>
        </p:blipFill>
        <p:spPr>
          <a:xfrm>
            <a:off x="3076600" y="1796823"/>
            <a:ext cx="5151374" cy="2894149"/>
          </a:xfrm>
          <a:prstGeom prst="rect">
            <a:avLst/>
          </a:prstGeom>
          <a:noFill/>
          <a:ln>
            <a:noFill/>
          </a:ln>
        </p:spPr>
      </p:pic>
      <p:sp>
        <p:nvSpPr>
          <p:cNvPr id="564" name="Google Shape;564;p58"/>
          <p:cNvSpPr txBox="1"/>
          <p:nvPr/>
        </p:nvSpPr>
        <p:spPr>
          <a:xfrm>
            <a:off x="409150" y="2408400"/>
            <a:ext cx="2493000" cy="167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rchivo"/>
                <a:ea typeface="Archivo"/>
                <a:cs typeface="Archivo"/>
                <a:sym typeface="Archivo"/>
              </a:rPr>
              <a:t>For a given category in a given period of time: </a:t>
            </a:r>
            <a:endParaRPr sz="1200">
              <a:solidFill>
                <a:schemeClr val="dk1"/>
              </a:solidFill>
              <a:latin typeface="Archivo"/>
              <a:ea typeface="Archivo"/>
              <a:cs typeface="Archivo"/>
              <a:sym typeface="Archivo"/>
            </a:endParaRPr>
          </a:p>
          <a:p>
            <a:pPr indent="0" lvl="0" marL="0" rtl="0" algn="l">
              <a:spcBef>
                <a:spcPts val="0"/>
              </a:spcBef>
              <a:spcAft>
                <a:spcPts val="0"/>
              </a:spcAft>
              <a:buNone/>
            </a:pPr>
            <a:r>
              <a:t/>
            </a:r>
            <a:endParaRPr sz="1200">
              <a:solidFill>
                <a:schemeClr val="dk1"/>
              </a:solidFill>
              <a:latin typeface="Archivo"/>
              <a:ea typeface="Archivo"/>
              <a:cs typeface="Archivo"/>
              <a:sym typeface="Archivo"/>
            </a:endParaRPr>
          </a:p>
          <a:p>
            <a:pPr indent="0" lvl="0" marL="0" rtl="0" algn="l">
              <a:spcBef>
                <a:spcPts val="0"/>
              </a:spcBef>
              <a:spcAft>
                <a:spcPts val="0"/>
              </a:spcAft>
              <a:buNone/>
            </a:pPr>
            <a:r>
              <a:rPr lang="en" sz="1200">
                <a:solidFill>
                  <a:schemeClr val="dk1"/>
                </a:solidFill>
                <a:latin typeface="Archivo"/>
                <a:ea typeface="Archivo"/>
                <a:cs typeface="Archivo"/>
                <a:sym typeface="Archivo"/>
              </a:rPr>
              <a:t>Helpful Index = sum of helpful votes / count of reviews </a:t>
            </a:r>
            <a:endParaRPr sz="1200">
              <a:solidFill>
                <a:schemeClr val="dk1"/>
              </a:solidFill>
              <a:latin typeface="Archivo"/>
              <a:ea typeface="Archivo"/>
              <a:cs typeface="Archivo"/>
              <a:sym typeface="Archivo"/>
            </a:endParaRPr>
          </a:p>
          <a:p>
            <a:pPr indent="0" lvl="0" marL="0" rtl="0" algn="l">
              <a:spcBef>
                <a:spcPts val="0"/>
              </a:spcBef>
              <a:spcAft>
                <a:spcPts val="0"/>
              </a:spcAft>
              <a:buNone/>
            </a:pPr>
            <a:r>
              <a:t/>
            </a:r>
            <a:endParaRPr sz="1200">
              <a:solidFill>
                <a:schemeClr val="dk1"/>
              </a:solidFill>
              <a:latin typeface="Archivo"/>
              <a:ea typeface="Archivo"/>
              <a:cs typeface="Archivo"/>
              <a:sym typeface="Archiv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59"/>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0" name="Google Shape;570;p59"/>
          <p:cNvSpPr txBox="1"/>
          <p:nvPr>
            <p:ph idx="4294967295" type="subTitle"/>
          </p:nvPr>
        </p:nvSpPr>
        <p:spPr>
          <a:xfrm>
            <a:off x="361975" y="539900"/>
            <a:ext cx="8367600" cy="3078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2000"/>
              <a:t>Interesting</a:t>
            </a:r>
            <a:r>
              <a:rPr lang="en" sz="2000"/>
              <a:t> find</a:t>
            </a:r>
            <a:endParaRPr sz="2000"/>
          </a:p>
        </p:txBody>
      </p:sp>
      <p:sp>
        <p:nvSpPr>
          <p:cNvPr id="571" name="Google Shape;571;p59"/>
          <p:cNvSpPr txBox="1"/>
          <p:nvPr/>
        </p:nvSpPr>
        <p:spPr>
          <a:xfrm>
            <a:off x="361975" y="1085325"/>
            <a:ext cx="7573500" cy="41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rchivo"/>
                <a:ea typeface="Archivo"/>
                <a:cs typeface="Archivo"/>
                <a:sym typeface="Archivo"/>
              </a:rPr>
              <a:t>On Sept 12, 2017, there was a surge in helpful index for 1 star rating in Books. </a:t>
            </a:r>
            <a:endParaRPr sz="1200">
              <a:solidFill>
                <a:schemeClr val="dk1"/>
              </a:solidFill>
              <a:latin typeface="Archivo"/>
              <a:ea typeface="Archivo"/>
              <a:cs typeface="Archivo"/>
              <a:sym typeface="Archivo"/>
            </a:endParaRPr>
          </a:p>
          <a:p>
            <a:pPr indent="0" lvl="0" marL="0" rtl="0" algn="l">
              <a:spcBef>
                <a:spcPts val="0"/>
              </a:spcBef>
              <a:spcAft>
                <a:spcPts val="0"/>
              </a:spcAft>
              <a:buNone/>
            </a:pPr>
            <a:r>
              <a:rPr lang="en" sz="1200">
                <a:solidFill>
                  <a:schemeClr val="dk1"/>
                </a:solidFill>
                <a:latin typeface="Archivo"/>
                <a:ea typeface="Archivo"/>
                <a:cs typeface="Archivo"/>
                <a:sym typeface="Archivo"/>
              </a:rPr>
              <a:t>Hillary</a:t>
            </a:r>
            <a:r>
              <a:rPr lang="en" sz="1200">
                <a:solidFill>
                  <a:schemeClr val="dk1"/>
                </a:solidFill>
                <a:latin typeface="Archivo"/>
                <a:ea typeface="Archivo"/>
                <a:cs typeface="Archivo"/>
                <a:sym typeface="Archivo"/>
              </a:rPr>
              <a:t> Clinton </a:t>
            </a:r>
            <a:r>
              <a:rPr lang="en" sz="1200">
                <a:solidFill>
                  <a:schemeClr val="dk1"/>
                </a:solidFill>
                <a:latin typeface="Archivo"/>
                <a:ea typeface="Archivo"/>
                <a:cs typeface="Archivo"/>
                <a:sym typeface="Archivo"/>
              </a:rPr>
              <a:t>released What Happened, a book revealing what she was thinking and feeling during one of the most controversial and unpredictable presidential elections in history.</a:t>
            </a:r>
            <a:endParaRPr sz="1200">
              <a:solidFill>
                <a:schemeClr val="dk1"/>
              </a:solidFill>
              <a:latin typeface="Archivo"/>
              <a:ea typeface="Archivo"/>
              <a:cs typeface="Archivo"/>
              <a:sym typeface="Archivo"/>
            </a:endParaRPr>
          </a:p>
        </p:txBody>
      </p:sp>
      <p:pic>
        <p:nvPicPr>
          <p:cNvPr id="572" name="Google Shape;572;p59"/>
          <p:cNvPicPr preferRelativeResize="0"/>
          <p:nvPr/>
        </p:nvPicPr>
        <p:blipFill>
          <a:blip r:embed="rId3">
            <a:alphaModFix/>
          </a:blip>
          <a:stretch>
            <a:fillRect/>
          </a:stretch>
        </p:blipFill>
        <p:spPr>
          <a:xfrm>
            <a:off x="361975" y="1936650"/>
            <a:ext cx="5277000" cy="2614500"/>
          </a:xfrm>
          <a:prstGeom prst="rect">
            <a:avLst/>
          </a:prstGeom>
          <a:noFill/>
          <a:ln>
            <a:noFill/>
          </a:ln>
        </p:spPr>
      </p:pic>
      <p:pic>
        <p:nvPicPr>
          <p:cNvPr id="573" name="Google Shape;573;p59"/>
          <p:cNvPicPr preferRelativeResize="0"/>
          <p:nvPr/>
        </p:nvPicPr>
        <p:blipFill>
          <a:blip r:embed="rId4">
            <a:alphaModFix/>
          </a:blip>
          <a:stretch>
            <a:fillRect/>
          </a:stretch>
        </p:blipFill>
        <p:spPr>
          <a:xfrm>
            <a:off x="6271125" y="1666463"/>
            <a:ext cx="2216495" cy="3342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60"/>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9" name="Google Shape;579;p60"/>
          <p:cNvSpPr txBox="1"/>
          <p:nvPr>
            <p:ph idx="4294967295" type="subTitle"/>
          </p:nvPr>
        </p:nvSpPr>
        <p:spPr>
          <a:xfrm>
            <a:off x="361975" y="539900"/>
            <a:ext cx="8367600" cy="3078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2000"/>
              <a:t>Median Review Text Length overtime </a:t>
            </a:r>
            <a:endParaRPr sz="2000"/>
          </a:p>
        </p:txBody>
      </p:sp>
      <p:sp>
        <p:nvSpPr>
          <p:cNvPr id="580" name="Google Shape;580;p60"/>
          <p:cNvSpPr txBox="1"/>
          <p:nvPr/>
        </p:nvSpPr>
        <p:spPr>
          <a:xfrm>
            <a:off x="361975" y="1085325"/>
            <a:ext cx="7573500" cy="41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rchivo"/>
                <a:ea typeface="Archivo"/>
                <a:cs typeface="Archivo"/>
                <a:sym typeface="Archivo"/>
              </a:rPr>
              <a:t>Comparing</a:t>
            </a:r>
            <a:r>
              <a:rPr lang="en" sz="1200">
                <a:solidFill>
                  <a:schemeClr val="dk1"/>
                </a:solidFill>
                <a:latin typeface="Archivo"/>
                <a:ea typeface="Archivo"/>
                <a:cs typeface="Archivo"/>
                <a:sym typeface="Archivo"/>
              </a:rPr>
              <a:t> the overall </a:t>
            </a:r>
            <a:r>
              <a:rPr lang="en" sz="1200">
                <a:solidFill>
                  <a:schemeClr val="dk1"/>
                </a:solidFill>
                <a:latin typeface="Archivo"/>
                <a:ea typeface="Archivo"/>
                <a:cs typeface="Archivo"/>
                <a:sym typeface="Archivo"/>
              </a:rPr>
              <a:t>reviews</a:t>
            </a:r>
            <a:r>
              <a:rPr lang="en" sz="1200">
                <a:solidFill>
                  <a:schemeClr val="dk1"/>
                </a:solidFill>
                <a:latin typeface="Archivo"/>
                <a:ea typeface="Archivo"/>
                <a:cs typeface="Archivo"/>
                <a:sym typeface="Archivo"/>
              </a:rPr>
              <a:t> and those with helpful votes, we find that the helpful reviews are generally longer. The median </a:t>
            </a:r>
            <a:r>
              <a:rPr lang="en" sz="1200">
                <a:solidFill>
                  <a:schemeClr val="dk1"/>
                </a:solidFill>
                <a:latin typeface="Archivo"/>
                <a:ea typeface="Archivo"/>
                <a:cs typeface="Archivo"/>
                <a:sym typeface="Archivo"/>
              </a:rPr>
              <a:t>length</a:t>
            </a:r>
            <a:r>
              <a:rPr lang="en" sz="1200">
                <a:solidFill>
                  <a:schemeClr val="dk1"/>
                </a:solidFill>
                <a:latin typeface="Archivo"/>
                <a:ea typeface="Archivo"/>
                <a:cs typeface="Archivo"/>
                <a:sym typeface="Archivo"/>
              </a:rPr>
              <a:t> is around 200 characters (33-40 words) and it didn’t much overtime. </a:t>
            </a:r>
            <a:endParaRPr sz="1200">
              <a:solidFill>
                <a:schemeClr val="dk1"/>
              </a:solidFill>
              <a:latin typeface="Archivo"/>
              <a:ea typeface="Archivo"/>
              <a:cs typeface="Archivo"/>
              <a:sym typeface="Archivo"/>
            </a:endParaRPr>
          </a:p>
        </p:txBody>
      </p:sp>
      <p:pic>
        <p:nvPicPr>
          <p:cNvPr id="581" name="Google Shape;581;p60"/>
          <p:cNvPicPr preferRelativeResize="0"/>
          <p:nvPr/>
        </p:nvPicPr>
        <p:blipFill>
          <a:blip r:embed="rId3">
            <a:alphaModFix/>
          </a:blip>
          <a:stretch>
            <a:fillRect/>
          </a:stretch>
        </p:blipFill>
        <p:spPr>
          <a:xfrm>
            <a:off x="1455749" y="1733650"/>
            <a:ext cx="5795501" cy="28758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61"/>
          <p:cNvSpPr txBox="1"/>
          <p:nvPr>
            <p:ph idx="1" type="body"/>
          </p:nvPr>
        </p:nvSpPr>
        <p:spPr>
          <a:xfrm>
            <a:off x="311700" y="1152475"/>
            <a:ext cx="41892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100"/>
              <a:t>Problem: </a:t>
            </a:r>
            <a:r>
              <a:rPr b="1" lang="en" sz="1100"/>
              <a:t>Star ratings alone fail to capture nuanced customer experiences</a:t>
            </a:r>
            <a:endParaRPr b="1" sz="1100"/>
          </a:p>
          <a:p>
            <a:pPr indent="-298450" lvl="0" marL="457200" rtl="0" algn="l">
              <a:spcBef>
                <a:spcPts val="0"/>
              </a:spcBef>
              <a:spcAft>
                <a:spcPts val="0"/>
              </a:spcAft>
              <a:buSzPts val="1100"/>
              <a:buChar char="-"/>
            </a:pPr>
            <a:r>
              <a:rPr lang="en" sz="1100"/>
              <a:t>Computing limitations prevented full-scale rating prediction</a:t>
            </a:r>
            <a:endParaRPr sz="1100"/>
          </a:p>
          <a:p>
            <a:pPr indent="0" lvl="0" marL="457200" rtl="0" algn="l">
              <a:spcBef>
                <a:spcPts val="0"/>
              </a:spcBef>
              <a:spcAft>
                <a:spcPts val="0"/>
              </a:spcAft>
              <a:buNone/>
            </a:pPr>
            <a:r>
              <a:t/>
            </a:r>
            <a:endParaRPr sz="1100"/>
          </a:p>
          <a:p>
            <a:pPr indent="0" lvl="0" marL="0" rtl="0" algn="l">
              <a:lnSpc>
                <a:spcPct val="115000"/>
              </a:lnSpc>
              <a:spcBef>
                <a:spcPts val="0"/>
              </a:spcBef>
              <a:spcAft>
                <a:spcPts val="0"/>
              </a:spcAft>
              <a:buNone/>
            </a:pPr>
            <a:r>
              <a:rPr b="1" lang="en" sz="1100"/>
              <a:t>Solution: Pivot to binary sentiment classification</a:t>
            </a:r>
            <a:endParaRPr b="1" sz="1100"/>
          </a:p>
          <a:p>
            <a:pPr indent="-298450" lvl="0" marL="457200" rtl="0" algn="l">
              <a:lnSpc>
                <a:spcPct val="115000"/>
              </a:lnSpc>
              <a:spcBef>
                <a:spcPts val="0"/>
              </a:spcBef>
              <a:spcAft>
                <a:spcPts val="0"/>
              </a:spcAft>
              <a:buSzPts val="1100"/>
              <a:buChar char="-"/>
            </a:pPr>
            <a:r>
              <a:rPr lang="en" sz="1100"/>
              <a:t>Classify review text as positive or negative</a:t>
            </a:r>
            <a:endParaRPr sz="1100"/>
          </a:p>
          <a:p>
            <a:pPr indent="-298450" lvl="0" marL="457200" rtl="0" algn="l">
              <a:lnSpc>
                <a:spcPct val="115000"/>
              </a:lnSpc>
              <a:spcBef>
                <a:spcPts val="0"/>
              </a:spcBef>
              <a:spcAft>
                <a:spcPts val="0"/>
              </a:spcAft>
              <a:buSzPts val="1100"/>
              <a:buChar char="-"/>
            </a:pPr>
            <a:r>
              <a:rPr lang="en" sz="1100"/>
              <a:t>Detect sentiment rating mismatches </a:t>
            </a:r>
            <a:endParaRPr sz="1100"/>
          </a:p>
          <a:p>
            <a:pPr indent="-298450" lvl="0" marL="457200" rtl="0" algn="l">
              <a:lnSpc>
                <a:spcPct val="115000"/>
              </a:lnSpc>
              <a:spcBef>
                <a:spcPts val="0"/>
              </a:spcBef>
              <a:spcAft>
                <a:spcPts val="0"/>
              </a:spcAft>
              <a:buSzPts val="1100"/>
              <a:buChar char="-"/>
            </a:pPr>
            <a:r>
              <a:rPr lang="en" sz="1100"/>
              <a:t>Use mismatches to surface product/service issues</a:t>
            </a:r>
            <a:endParaRPr sz="1100"/>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t/>
            </a:r>
            <a:endParaRPr b="1" sz="1100"/>
          </a:p>
        </p:txBody>
      </p:sp>
      <p:sp>
        <p:nvSpPr>
          <p:cNvPr id="587" name="Google Shape;587;p6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3. </a:t>
            </a:r>
            <a:r>
              <a:rPr lang="en" sz="2000"/>
              <a:t>Machine Learning Model</a:t>
            </a:r>
            <a:endParaRPr sz="2000"/>
          </a:p>
        </p:txBody>
      </p:sp>
      <p:sp>
        <p:nvSpPr>
          <p:cNvPr id="588" name="Google Shape;588;p61"/>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9" name="Google Shape;589;p61"/>
          <p:cNvSpPr txBox="1"/>
          <p:nvPr>
            <p:ph idx="1" type="body"/>
          </p:nvPr>
        </p:nvSpPr>
        <p:spPr>
          <a:xfrm>
            <a:off x="4500900" y="1152475"/>
            <a:ext cx="4419900" cy="34164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1100"/>
              <a:t>Problem: Protecting CLV by building Trust</a:t>
            </a:r>
            <a:endParaRPr b="1" sz="1100"/>
          </a:p>
          <a:p>
            <a:pPr indent="-298450" lvl="0" marL="457200" marR="0" rtl="0" algn="l">
              <a:lnSpc>
                <a:spcPct val="115000"/>
              </a:lnSpc>
              <a:spcBef>
                <a:spcPts val="0"/>
              </a:spcBef>
              <a:spcAft>
                <a:spcPts val="0"/>
              </a:spcAft>
              <a:buSzPts val="1100"/>
              <a:buChar char="-"/>
            </a:pPr>
            <a:r>
              <a:rPr lang="en" sz="1100"/>
              <a:t>Regression metrics on ratings fail to predict preference in highly skewed data </a:t>
            </a:r>
            <a:endParaRPr sz="1100"/>
          </a:p>
          <a:p>
            <a:pPr indent="0" lvl="0" marL="457200" marR="0" rtl="0" algn="l">
              <a:lnSpc>
                <a:spcPct val="115000"/>
              </a:lnSpc>
              <a:spcBef>
                <a:spcPts val="0"/>
              </a:spcBef>
              <a:spcAft>
                <a:spcPts val="0"/>
              </a:spcAft>
              <a:buNone/>
            </a:pPr>
            <a:r>
              <a:t/>
            </a:r>
            <a:endParaRPr sz="1100"/>
          </a:p>
          <a:p>
            <a:pPr indent="0" lvl="0" marL="0" marR="0" rtl="0" algn="l">
              <a:lnSpc>
                <a:spcPct val="115000"/>
              </a:lnSpc>
              <a:spcBef>
                <a:spcPts val="0"/>
              </a:spcBef>
              <a:spcAft>
                <a:spcPts val="0"/>
              </a:spcAft>
              <a:buNone/>
            </a:pPr>
            <a:r>
              <a:rPr b="1" lang="en" sz="1100"/>
              <a:t>Solution: Pivot to Binary Classification</a:t>
            </a:r>
            <a:endParaRPr b="1" sz="1100"/>
          </a:p>
          <a:p>
            <a:pPr indent="-298450" lvl="0" marL="457200" marR="0" rtl="0" algn="l">
              <a:lnSpc>
                <a:spcPct val="115000"/>
              </a:lnSpc>
              <a:spcBef>
                <a:spcPts val="0"/>
              </a:spcBef>
              <a:spcAft>
                <a:spcPts val="0"/>
              </a:spcAft>
              <a:buSzPts val="1100"/>
              <a:buChar char="-"/>
            </a:pPr>
            <a:r>
              <a:rPr lang="en" sz="1100"/>
              <a:t>Classify interactions as "Like" vs. "Not Like”</a:t>
            </a:r>
            <a:endParaRPr sz="1100"/>
          </a:p>
          <a:p>
            <a:pPr indent="-298450" lvl="0" marL="457200" marR="0" rtl="0" algn="l">
              <a:lnSpc>
                <a:spcPct val="115000"/>
              </a:lnSpc>
              <a:spcBef>
                <a:spcPts val="0"/>
              </a:spcBef>
              <a:spcAft>
                <a:spcPts val="0"/>
              </a:spcAft>
              <a:buSzPts val="1100"/>
              <a:buChar char="-"/>
            </a:pPr>
            <a:r>
              <a:rPr lang="en" sz="1100"/>
              <a:t>Abandon error minimization RMSE in favor of AUC</a:t>
            </a:r>
            <a:endParaRPr sz="1100"/>
          </a:p>
          <a:p>
            <a:pPr indent="-298450" lvl="0" marL="457200" marR="0" rtl="0" algn="l">
              <a:lnSpc>
                <a:spcPct val="115000"/>
              </a:lnSpc>
              <a:spcBef>
                <a:spcPts val="0"/>
              </a:spcBef>
              <a:spcAft>
                <a:spcPts val="0"/>
              </a:spcAft>
              <a:buSzPts val="1100"/>
              <a:buChar char="-"/>
            </a:pPr>
            <a:r>
              <a:rPr lang="en" sz="1100"/>
              <a:t>Prioritize Precision (94%) to ensure recommendations are "Safe Bets" for users</a:t>
            </a:r>
            <a:endParaRPr b="1" sz="1100"/>
          </a:p>
          <a:p>
            <a:pPr indent="0" lvl="0" marL="0" marR="0" rtl="0" algn="l">
              <a:lnSpc>
                <a:spcPct val="115000"/>
              </a:lnSpc>
              <a:spcBef>
                <a:spcPts val="0"/>
              </a:spcBef>
              <a:spcAft>
                <a:spcPts val="0"/>
              </a:spcAft>
              <a:buNone/>
            </a:pPr>
            <a:r>
              <a:t/>
            </a:r>
            <a:endParaRPr b="1"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Predicting Rating</a:t>
            </a:r>
            <a:endParaRPr sz="2000"/>
          </a:p>
        </p:txBody>
      </p:sp>
      <p:sp>
        <p:nvSpPr>
          <p:cNvPr id="595" name="Google Shape;595;p6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Overall Test Accuracy: 0.4252</a:t>
            </a:r>
            <a:endParaRPr sz="1500"/>
          </a:p>
          <a:p>
            <a:pPr indent="-323850" lvl="0" marL="457200" rtl="0" algn="l">
              <a:spcBef>
                <a:spcPts val="0"/>
              </a:spcBef>
              <a:spcAft>
                <a:spcPts val="0"/>
              </a:spcAft>
              <a:buSzPts val="1500"/>
              <a:buChar char="●"/>
            </a:pPr>
            <a:r>
              <a:rPr lang="en" sz="1500"/>
              <a:t>Overall F1 Score (weighted): 0.4753</a:t>
            </a:r>
            <a:endParaRPr sz="1500"/>
          </a:p>
          <a:p>
            <a:pPr indent="-323850" lvl="0" marL="457200" rtl="0" algn="l">
              <a:spcBef>
                <a:spcPts val="0"/>
              </a:spcBef>
              <a:spcAft>
                <a:spcPts val="0"/>
              </a:spcAft>
              <a:buSzPts val="1500"/>
              <a:buChar char="●"/>
            </a:pPr>
            <a:r>
              <a:rPr lang="en" sz="1500"/>
              <a:t>Overall Weighted Precision: 0.6023</a:t>
            </a:r>
            <a:endParaRPr sz="1500"/>
          </a:p>
          <a:p>
            <a:pPr indent="-323850" lvl="0" marL="457200" rtl="0" algn="l">
              <a:spcBef>
                <a:spcPts val="0"/>
              </a:spcBef>
              <a:spcAft>
                <a:spcPts val="0"/>
              </a:spcAft>
              <a:buSzPts val="1500"/>
              <a:buChar char="●"/>
            </a:pPr>
            <a:r>
              <a:rPr lang="en" sz="1500"/>
              <a:t>Overall Weighted Recall: 0.4252</a:t>
            </a:r>
            <a:endParaRPr sz="1500"/>
          </a:p>
          <a:p>
            <a:pPr indent="-323850" lvl="0" marL="457200" rtl="0" algn="l">
              <a:spcBef>
                <a:spcPts val="0"/>
              </a:spcBef>
              <a:spcAft>
                <a:spcPts val="0"/>
              </a:spcAft>
              <a:buSzPts val="1500"/>
              <a:buChar char="●"/>
            </a:pPr>
            <a:r>
              <a:rPr lang="en" sz="1500"/>
              <a:t>Even with limitations, our results were sub-par, which we attribute to mismatched reviews</a:t>
            </a:r>
            <a:endParaRPr sz="1500"/>
          </a:p>
        </p:txBody>
      </p:sp>
      <p:sp>
        <p:nvSpPr>
          <p:cNvPr id="596" name="Google Shape;596;p62"/>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63"/>
          <p:cNvSpPr txBox="1"/>
          <p:nvPr>
            <p:ph idx="15" type="subTitle"/>
          </p:nvPr>
        </p:nvSpPr>
        <p:spPr>
          <a:xfrm>
            <a:off x="377175" y="569250"/>
            <a:ext cx="8367600" cy="307800"/>
          </a:xfrm>
          <a:prstGeom prst="rect">
            <a:avLst/>
          </a:prstGeom>
        </p:spPr>
        <p:txBody>
          <a:bodyPr anchorCtr="0" anchor="b" bIns="0" lIns="0" spcFirstLastPara="1" rIns="0" wrap="square" tIns="0">
            <a:spAutoFit/>
          </a:bodyPr>
          <a:lstStyle/>
          <a:p>
            <a:pPr indent="0" lvl="0" marL="0" rtl="0" algn="l">
              <a:spcBef>
                <a:spcPts val="0"/>
              </a:spcBef>
              <a:spcAft>
                <a:spcPts val="0"/>
              </a:spcAft>
              <a:buNone/>
            </a:pPr>
            <a:r>
              <a:rPr lang="en"/>
              <a:t>Why Mismatches are Important</a:t>
            </a:r>
            <a:endParaRPr/>
          </a:p>
        </p:txBody>
      </p:sp>
      <p:sp>
        <p:nvSpPr>
          <p:cNvPr id="602" name="Google Shape;602;p63"/>
          <p:cNvSpPr txBox="1"/>
          <p:nvPr/>
        </p:nvSpPr>
        <p:spPr>
          <a:xfrm>
            <a:off x="485325" y="1069925"/>
            <a:ext cx="8151300" cy="363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latin typeface="Archivo"/>
                <a:ea typeface="Archivo"/>
                <a:cs typeface="Archivo"/>
                <a:sym typeface="Archivo"/>
              </a:rPr>
              <a:t>Mismatched reviews, specifically positive text paired with low ratings, let us focus on cases where customer expectations were not met</a:t>
            </a:r>
            <a:endParaRPr sz="1500">
              <a:solidFill>
                <a:schemeClr val="dk1"/>
              </a:solidFill>
              <a:latin typeface="Archivo"/>
              <a:ea typeface="Archivo"/>
              <a:cs typeface="Archivo"/>
              <a:sym typeface="Archivo"/>
            </a:endParaRPr>
          </a:p>
          <a:p>
            <a:pPr indent="0" lvl="0" marL="0" rtl="0" algn="l">
              <a:spcBef>
                <a:spcPts val="0"/>
              </a:spcBef>
              <a:spcAft>
                <a:spcPts val="0"/>
              </a:spcAft>
              <a:buNone/>
            </a:pPr>
            <a:r>
              <a:t/>
            </a:r>
            <a:endParaRPr sz="1500">
              <a:solidFill>
                <a:schemeClr val="dk1"/>
              </a:solidFill>
              <a:latin typeface="Archivo"/>
              <a:ea typeface="Archivo"/>
              <a:cs typeface="Archivo"/>
              <a:sym typeface="Archivo"/>
            </a:endParaRPr>
          </a:p>
          <a:p>
            <a:pPr indent="0" lvl="0" marL="0" rtl="0" algn="l">
              <a:spcBef>
                <a:spcPts val="0"/>
              </a:spcBef>
              <a:spcAft>
                <a:spcPts val="0"/>
              </a:spcAft>
              <a:buNone/>
            </a:pPr>
            <a:r>
              <a:t/>
            </a:r>
            <a:endParaRPr sz="1500">
              <a:solidFill>
                <a:schemeClr val="dk1"/>
              </a:solidFill>
              <a:latin typeface="Archivo"/>
              <a:ea typeface="Archivo"/>
              <a:cs typeface="Archivo"/>
              <a:sym typeface="Archivo"/>
            </a:endParaRPr>
          </a:p>
          <a:p>
            <a:pPr indent="0" lvl="0" marL="0" rtl="0" algn="l">
              <a:spcBef>
                <a:spcPts val="0"/>
              </a:spcBef>
              <a:spcAft>
                <a:spcPts val="0"/>
              </a:spcAft>
              <a:buNone/>
            </a:pPr>
            <a:r>
              <a:rPr lang="en" sz="1500">
                <a:solidFill>
                  <a:schemeClr val="dk1"/>
                </a:solidFill>
                <a:latin typeface="Archivo"/>
                <a:ea typeface="Archivo"/>
                <a:cs typeface="Archivo"/>
                <a:sym typeface="Archivo"/>
              </a:rPr>
              <a:t>Examples:</a:t>
            </a:r>
            <a:endParaRPr sz="1500">
              <a:solidFill>
                <a:schemeClr val="dk1"/>
              </a:solidFill>
              <a:latin typeface="Archivo"/>
              <a:ea typeface="Archivo"/>
              <a:cs typeface="Archivo"/>
              <a:sym typeface="Archivo"/>
            </a:endParaRPr>
          </a:p>
          <a:p>
            <a:pPr indent="-323850" lvl="0" marL="457200" rtl="0" algn="l">
              <a:spcBef>
                <a:spcPts val="0"/>
              </a:spcBef>
              <a:spcAft>
                <a:spcPts val="0"/>
              </a:spcAft>
              <a:buClr>
                <a:schemeClr val="dk1"/>
              </a:buClr>
              <a:buSzPts val="1500"/>
              <a:buFont typeface="Archivo"/>
              <a:buChar char="●"/>
            </a:pPr>
            <a:r>
              <a:rPr lang="en" sz="1500">
                <a:solidFill>
                  <a:schemeClr val="dk1"/>
                </a:solidFill>
                <a:latin typeface="Archivo"/>
                <a:ea typeface="Archivo"/>
                <a:cs typeface="Archivo"/>
                <a:sym typeface="Archivo"/>
              </a:rPr>
              <a:t> 4.0–Comes a little long which is perfect so you can size it as you please. Not very good quality but for a one time costume its great</a:t>
            </a:r>
            <a:endParaRPr sz="1500">
              <a:solidFill>
                <a:schemeClr val="dk1"/>
              </a:solidFill>
              <a:latin typeface="Archivo"/>
              <a:ea typeface="Archivo"/>
              <a:cs typeface="Archivo"/>
              <a:sym typeface="Archivo"/>
            </a:endParaRPr>
          </a:p>
          <a:p>
            <a:pPr indent="0" lvl="0" marL="0" rtl="0" algn="l">
              <a:spcBef>
                <a:spcPts val="0"/>
              </a:spcBef>
              <a:spcAft>
                <a:spcPts val="0"/>
              </a:spcAft>
              <a:buNone/>
            </a:pPr>
            <a:r>
              <a:t/>
            </a:r>
            <a:endParaRPr sz="700">
              <a:highlight>
                <a:srgbClr val="FFFFFF"/>
              </a:highlight>
              <a:latin typeface="Courier New"/>
              <a:ea typeface="Courier New"/>
              <a:cs typeface="Courier New"/>
              <a:sym typeface="Courier New"/>
            </a:endParaRPr>
          </a:p>
          <a:p>
            <a:pPr indent="-323850" lvl="0" marL="457200" rtl="0" algn="l">
              <a:spcBef>
                <a:spcPts val="0"/>
              </a:spcBef>
              <a:spcAft>
                <a:spcPts val="0"/>
              </a:spcAft>
              <a:buClr>
                <a:schemeClr val="dk1"/>
              </a:buClr>
              <a:buSzPts val="1500"/>
              <a:buFont typeface="Archivo"/>
              <a:buChar char="●"/>
            </a:pPr>
            <a:r>
              <a:rPr lang="en" sz="1500">
                <a:solidFill>
                  <a:schemeClr val="dk1"/>
                </a:solidFill>
                <a:latin typeface="Archivo"/>
                <a:ea typeface="Archivo"/>
                <a:cs typeface="Archivo"/>
                <a:sym typeface="Archivo"/>
              </a:rPr>
              <a:t>1.0–The actual content of the book is good, but the cover that came on the book was all tattered on both the front and back. See photos. Hard to give this as a gift</a:t>
            </a:r>
            <a:br>
              <a:rPr lang="en" sz="1500">
                <a:solidFill>
                  <a:schemeClr val="dk1"/>
                </a:solidFill>
                <a:latin typeface="Archivo"/>
                <a:ea typeface="Archivo"/>
                <a:cs typeface="Archivo"/>
                <a:sym typeface="Archivo"/>
              </a:rPr>
            </a:br>
            <a:endParaRPr sz="1500">
              <a:solidFill>
                <a:schemeClr val="dk1"/>
              </a:solidFill>
              <a:latin typeface="Archivo"/>
              <a:ea typeface="Archivo"/>
              <a:cs typeface="Archivo"/>
              <a:sym typeface="Archivo"/>
            </a:endParaRPr>
          </a:p>
          <a:p>
            <a:pPr indent="0" lvl="0" marL="0" rtl="0" algn="l">
              <a:spcBef>
                <a:spcPts val="0"/>
              </a:spcBef>
              <a:spcAft>
                <a:spcPts val="0"/>
              </a:spcAft>
              <a:buNone/>
            </a:pPr>
            <a:r>
              <a:t/>
            </a:r>
            <a:endParaRPr sz="1500">
              <a:solidFill>
                <a:schemeClr val="dk1"/>
              </a:solidFill>
              <a:latin typeface="Archivo"/>
              <a:ea typeface="Archivo"/>
              <a:cs typeface="Archivo"/>
              <a:sym typeface="Archivo"/>
            </a:endParaRPr>
          </a:p>
        </p:txBody>
      </p:sp>
      <p:sp>
        <p:nvSpPr>
          <p:cNvPr id="603" name="Google Shape;603;p63"/>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Mismatch Rates </a:t>
            </a:r>
            <a:endParaRPr sz="2000">
              <a:solidFill>
                <a:schemeClr val="accent1"/>
              </a:solidFill>
            </a:endParaRPr>
          </a:p>
        </p:txBody>
      </p:sp>
      <p:sp>
        <p:nvSpPr>
          <p:cNvPr id="609" name="Google Shape;609;p64"/>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10" name="Google Shape;610;p64" title="Screenshot 2025-12-07 at 10.58.12 AM.png"/>
          <p:cNvPicPr preferRelativeResize="0"/>
          <p:nvPr/>
        </p:nvPicPr>
        <p:blipFill>
          <a:blip r:embed="rId3">
            <a:alphaModFix/>
          </a:blip>
          <a:stretch>
            <a:fillRect/>
          </a:stretch>
        </p:blipFill>
        <p:spPr>
          <a:xfrm>
            <a:off x="2548563" y="1543625"/>
            <a:ext cx="4046876" cy="3146952"/>
          </a:xfrm>
          <a:prstGeom prst="rect">
            <a:avLst/>
          </a:prstGeom>
          <a:noFill/>
          <a:ln>
            <a:noFill/>
          </a:ln>
        </p:spPr>
      </p:pic>
      <p:sp>
        <p:nvSpPr>
          <p:cNvPr id="611" name="Google Shape;611;p64"/>
          <p:cNvSpPr txBox="1"/>
          <p:nvPr/>
        </p:nvSpPr>
        <p:spPr>
          <a:xfrm>
            <a:off x="258200" y="931850"/>
            <a:ext cx="88242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Archivo"/>
                <a:ea typeface="Archivo"/>
                <a:cs typeface="Archivo"/>
                <a:sym typeface="Archivo"/>
              </a:rPr>
              <a:t>We see the amount of types of mismatches. As you can see from the graph, there are more low star-positive text mismatches than high star-</a:t>
            </a:r>
            <a:r>
              <a:rPr lang="en" sz="1200">
                <a:solidFill>
                  <a:schemeClr val="dk1"/>
                </a:solidFill>
                <a:latin typeface="Archivo"/>
                <a:ea typeface="Archivo"/>
                <a:cs typeface="Archivo"/>
                <a:sym typeface="Archivo"/>
              </a:rPr>
              <a:t>negative</a:t>
            </a:r>
            <a:r>
              <a:rPr lang="en" sz="1200">
                <a:solidFill>
                  <a:schemeClr val="dk1"/>
                </a:solidFill>
                <a:latin typeface="Archivo"/>
                <a:ea typeface="Archivo"/>
                <a:cs typeface="Archivo"/>
                <a:sym typeface="Archivo"/>
              </a:rPr>
              <a:t> text mismatches, which implies people liking products but being unhappy with it for some reason</a:t>
            </a:r>
            <a:endParaRPr sz="1200">
              <a:solidFill>
                <a:schemeClr val="dk1"/>
              </a:solidFill>
              <a:latin typeface="Archivo"/>
              <a:ea typeface="Archivo"/>
              <a:cs typeface="Archivo"/>
              <a:sym typeface="Archiv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6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t>1. Score Sentiment &amp; Detect Mismatches</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sz="2000"/>
          </a:p>
        </p:txBody>
      </p:sp>
      <p:sp>
        <p:nvSpPr>
          <p:cNvPr id="617" name="Google Shape;617;p65"/>
          <p:cNvSpPr txBox="1"/>
          <p:nvPr>
            <p:ph idx="1" type="body"/>
          </p:nvPr>
        </p:nvSpPr>
        <p:spPr>
          <a:xfrm>
            <a:off x="3970850" y="1152475"/>
            <a:ext cx="48615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lt1"/>
              </a:solidFill>
              <a:latin typeface="Arial"/>
              <a:ea typeface="Arial"/>
              <a:cs typeface="Arial"/>
              <a:sym typeface="Arial"/>
            </a:endParaRPr>
          </a:p>
          <a:p>
            <a:pPr indent="-323850" lvl="0" marL="457200" rtl="0" algn="l">
              <a:spcBef>
                <a:spcPts val="0"/>
              </a:spcBef>
              <a:spcAft>
                <a:spcPts val="0"/>
              </a:spcAft>
              <a:buSzPts val="1500"/>
              <a:buChar char="●"/>
            </a:pPr>
            <a:r>
              <a:rPr lang="en" sz="1500"/>
              <a:t>Weak Labels allows us to approximate </a:t>
            </a:r>
            <a:r>
              <a:rPr lang="en" sz="1500"/>
              <a:t>“positive vs negative text” using star ratings without manually labeling millions of reviews</a:t>
            </a:r>
            <a:endParaRPr sz="1500"/>
          </a:p>
          <a:p>
            <a:pPr indent="-323850" lvl="0" marL="457200" rtl="0" algn="l">
              <a:spcBef>
                <a:spcPts val="0"/>
              </a:spcBef>
              <a:spcAft>
                <a:spcPts val="0"/>
              </a:spcAft>
              <a:buSzPts val="1500"/>
              <a:buChar char="●"/>
            </a:pPr>
            <a:r>
              <a:rPr lang="en" sz="1500"/>
              <a:t>TF-IDF + logistic Regression is a fast, scalable text-scoring method that produces interpretable probability outputs</a:t>
            </a:r>
            <a:endParaRPr sz="1500"/>
          </a:p>
        </p:txBody>
      </p:sp>
      <p:sp>
        <p:nvSpPr>
          <p:cNvPr id="618" name="Google Shape;618;p65"/>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9" name="Google Shape;619;p65"/>
          <p:cNvSpPr txBox="1"/>
          <p:nvPr/>
        </p:nvSpPr>
        <p:spPr>
          <a:xfrm>
            <a:off x="3975825" y="3941800"/>
            <a:ext cx="3270300" cy="6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rgbClr val="FF0000"/>
              </a:solidFill>
              <a:latin typeface="Archivo"/>
              <a:ea typeface="Archivo"/>
              <a:cs typeface="Archivo"/>
              <a:sym typeface="Archivo"/>
            </a:endParaRPr>
          </a:p>
        </p:txBody>
      </p:sp>
      <p:pic>
        <p:nvPicPr>
          <p:cNvPr id="620" name="Google Shape;620;p65" title="Screenshot 2025-12-07 at 10.44.28 AM.png"/>
          <p:cNvPicPr preferRelativeResize="0"/>
          <p:nvPr/>
        </p:nvPicPr>
        <p:blipFill>
          <a:blip r:embed="rId3">
            <a:alphaModFix/>
          </a:blip>
          <a:stretch>
            <a:fillRect/>
          </a:stretch>
        </p:blipFill>
        <p:spPr>
          <a:xfrm>
            <a:off x="311700" y="1066100"/>
            <a:ext cx="3270300" cy="3971100"/>
          </a:xfrm>
          <a:prstGeom prst="roundRect">
            <a:avLst>
              <a:gd fmla="val 16667" name="adj"/>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6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2. Semantic Structure, Similarity Search &amp; Topic Extraction</a:t>
            </a:r>
            <a:endParaRPr sz="2000"/>
          </a:p>
          <a:p>
            <a:pPr indent="0" lvl="0" marL="0" rtl="0" algn="l">
              <a:spcBef>
                <a:spcPts val="0"/>
              </a:spcBef>
              <a:spcAft>
                <a:spcPts val="0"/>
              </a:spcAft>
              <a:buNone/>
            </a:pPr>
            <a:r>
              <a:t/>
            </a:r>
            <a:endParaRPr sz="2000"/>
          </a:p>
        </p:txBody>
      </p:sp>
      <p:sp>
        <p:nvSpPr>
          <p:cNvPr id="626" name="Google Shape;626;p66"/>
          <p:cNvSpPr txBox="1"/>
          <p:nvPr>
            <p:ph idx="1" type="body"/>
          </p:nvPr>
        </p:nvSpPr>
        <p:spPr>
          <a:xfrm>
            <a:off x="3739225" y="1152475"/>
            <a:ext cx="5093100" cy="34164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Word2Vec captures the semantic meanings of reviews</a:t>
            </a:r>
            <a:endParaRPr sz="1500"/>
          </a:p>
          <a:p>
            <a:pPr indent="-323850" lvl="0" marL="457200" rtl="0" algn="l">
              <a:spcBef>
                <a:spcPts val="0"/>
              </a:spcBef>
              <a:spcAft>
                <a:spcPts val="0"/>
              </a:spcAft>
              <a:buSzPts val="1500"/>
              <a:buChar char="●"/>
            </a:pPr>
            <a:r>
              <a:rPr lang="en" sz="1500"/>
              <a:t>K-Means Clusters helps build segment aware insights and prioritize improvement areas</a:t>
            </a:r>
            <a:endParaRPr sz="1500"/>
          </a:p>
          <a:p>
            <a:pPr indent="-323850" lvl="0" marL="457200" rtl="0" algn="l">
              <a:spcBef>
                <a:spcPts val="0"/>
              </a:spcBef>
              <a:spcAft>
                <a:spcPts val="0"/>
              </a:spcAft>
              <a:buSzPts val="1500"/>
              <a:buChar char="●"/>
            </a:pPr>
            <a:r>
              <a:rPr lang="en" sz="1500"/>
              <a:t>LSH signatures enables fast similarity search at scale</a:t>
            </a:r>
            <a:endParaRPr sz="1500"/>
          </a:p>
          <a:p>
            <a:pPr indent="-323850" lvl="0" marL="457200" rtl="0" algn="l">
              <a:spcBef>
                <a:spcPts val="0"/>
              </a:spcBef>
              <a:spcAft>
                <a:spcPts val="0"/>
              </a:spcAft>
              <a:buSzPts val="1500"/>
              <a:buChar char="●"/>
            </a:pPr>
            <a:r>
              <a:rPr lang="en" sz="1500"/>
              <a:t>ANN helps explain why a mismatch </a:t>
            </a:r>
            <a:r>
              <a:rPr lang="en" sz="1500"/>
              <a:t>occurred</a:t>
            </a:r>
            <a:r>
              <a:rPr lang="en" sz="1500"/>
              <a:t> by comparing it to similar reviews</a:t>
            </a:r>
            <a:endParaRPr sz="1500"/>
          </a:p>
          <a:p>
            <a:pPr indent="-323850" lvl="0" marL="457200" rtl="0" algn="l">
              <a:spcBef>
                <a:spcPts val="0"/>
              </a:spcBef>
              <a:spcAft>
                <a:spcPts val="0"/>
              </a:spcAft>
              <a:buSzPts val="1500"/>
              <a:buChar char="●"/>
            </a:pPr>
            <a:r>
              <a:rPr lang="en" sz="1500"/>
              <a:t>LDA topics provides a clear, human-readable summary</a:t>
            </a:r>
            <a:endParaRPr sz="1500"/>
          </a:p>
        </p:txBody>
      </p:sp>
      <p:sp>
        <p:nvSpPr>
          <p:cNvPr id="627" name="Google Shape;627;p66"/>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28" name="Google Shape;628;p66" title="Screenshot 2025-12-07 at 10.50.13 AM.png"/>
          <p:cNvPicPr preferRelativeResize="0"/>
          <p:nvPr/>
        </p:nvPicPr>
        <p:blipFill>
          <a:blip r:embed="rId3">
            <a:alphaModFix/>
          </a:blip>
          <a:stretch>
            <a:fillRect/>
          </a:stretch>
        </p:blipFill>
        <p:spPr>
          <a:xfrm>
            <a:off x="324854" y="952500"/>
            <a:ext cx="3146400" cy="4038600"/>
          </a:xfrm>
          <a:prstGeom prst="roundRect">
            <a:avLst>
              <a:gd fmla="val 16667" name="adj"/>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6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Interpretation</a:t>
            </a:r>
            <a:endParaRPr sz="2000"/>
          </a:p>
        </p:txBody>
      </p:sp>
      <p:sp>
        <p:nvSpPr>
          <p:cNvPr id="634" name="Google Shape;634;p67"/>
          <p:cNvSpPr txBox="1"/>
          <p:nvPr>
            <p:ph idx="1" type="body"/>
          </p:nvPr>
        </p:nvSpPr>
        <p:spPr>
          <a:xfrm>
            <a:off x="311700" y="1152475"/>
            <a:ext cx="4389900" cy="34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sz="1600"/>
              <a:t>Each topic captures a common theme among mismatched reviews.</a:t>
            </a:r>
            <a:endParaRPr sz="1600"/>
          </a:p>
          <a:p>
            <a:pPr indent="-330200" lvl="0" marL="457200" rtl="0" algn="l">
              <a:spcBef>
                <a:spcPts val="0"/>
              </a:spcBef>
              <a:spcAft>
                <a:spcPts val="0"/>
              </a:spcAft>
              <a:buSzPts val="1600"/>
              <a:buChar char="●"/>
            </a:pPr>
            <a:r>
              <a:rPr lang="en" sz="1600"/>
              <a:t>The top terms show the key words defining that theme</a:t>
            </a:r>
            <a:endParaRPr sz="1600"/>
          </a:p>
          <a:p>
            <a:pPr indent="-330200" lvl="0" marL="457200" rtl="0" algn="l">
              <a:spcBef>
                <a:spcPts val="0"/>
              </a:spcBef>
              <a:spcAft>
                <a:spcPts val="0"/>
              </a:spcAft>
              <a:buSzPts val="1600"/>
              <a:buChar char="●"/>
            </a:pPr>
            <a:r>
              <a:rPr lang="en" sz="1600"/>
              <a:t>Together, they reveal why customers sounded positive but still gi</a:t>
            </a:r>
            <a:r>
              <a:rPr lang="en" sz="1600"/>
              <a:t>ve</a:t>
            </a:r>
            <a:r>
              <a:rPr lang="en" sz="1600"/>
              <a:t> low ratings, helping identify and prioritize product or service issues</a:t>
            </a:r>
            <a:endParaRPr sz="1600"/>
          </a:p>
          <a:p>
            <a:pPr indent="0" lvl="0" marL="0" rtl="0" algn="l">
              <a:spcBef>
                <a:spcPts val="0"/>
              </a:spcBef>
              <a:spcAft>
                <a:spcPts val="0"/>
              </a:spcAft>
              <a:buNone/>
            </a:pPr>
            <a:r>
              <a:t/>
            </a:r>
            <a:endParaRPr sz="1600"/>
          </a:p>
        </p:txBody>
      </p:sp>
      <p:sp>
        <p:nvSpPr>
          <p:cNvPr id="635" name="Google Shape;635;p67"/>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36" name="Google Shape;636;p67" title="Screenshot 2025-12-02 at 7.26.17 PM.png"/>
          <p:cNvPicPr preferRelativeResize="0"/>
          <p:nvPr/>
        </p:nvPicPr>
        <p:blipFill rotWithShape="1">
          <a:blip r:embed="rId3">
            <a:alphaModFix/>
          </a:blip>
          <a:srcRect b="0" l="1106" r="999" t="833"/>
          <a:stretch/>
        </p:blipFill>
        <p:spPr>
          <a:xfrm>
            <a:off x="5001438" y="1604500"/>
            <a:ext cx="3274777" cy="3175451"/>
          </a:xfrm>
          <a:prstGeom prst="rect">
            <a:avLst/>
          </a:prstGeom>
          <a:noFill/>
          <a:ln>
            <a:noFill/>
          </a:ln>
        </p:spPr>
      </p:pic>
      <p:sp>
        <p:nvSpPr>
          <p:cNvPr id="637" name="Google Shape;637;p67"/>
          <p:cNvSpPr txBox="1"/>
          <p:nvPr>
            <p:ph type="title"/>
          </p:nvPr>
        </p:nvSpPr>
        <p:spPr>
          <a:xfrm>
            <a:off x="5001450" y="1099313"/>
            <a:ext cx="3083400" cy="42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LDA Topic Modeling</a:t>
            </a:r>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68"/>
          <p:cNvSpPr txBox="1"/>
          <p:nvPr>
            <p:ph type="title"/>
          </p:nvPr>
        </p:nvSpPr>
        <p:spPr>
          <a:xfrm>
            <a:off x="377225" y="17927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ALS Collab filtering Binary Classification</a:t>
            </a:r>
            <a:endParaRPr sz="2000"/>
          </a:p>
        </p:txBody>
      </p:sp>
      <p:sp>
        <p:nvSpPr>
          <p:cNvPr id="643" name="Google Shape;643;p68"/>
          <p:cNvSpPr txBox="1"/>
          <p:nvPr>
            <p:ph idx="1" type="body"/>
          </p:nvPr>
        </p:nvSpPr>
        <p:spPr>
          <a:xfrm>
            <a:off x="2567600" y="3542950"/>
            <a:ext cx="6330300" cy="145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Model Configuration: </a:t>
            </a:r>
            <a:endParaRPr b="1"/>
          </a:p>
          <a:p>
            <a:pPr indent="0" lvl="0" marL="0" rtl="0" algn="l">
              <a:spcBef>
                <a:spcPts val="0"/>
              </a:spcBef>
              <a:spcAft>
                <a:spcPts val="0"/>
              </a:spcAft>
              <a:buNone/>
            </a:pPr>
            <a:r>
              <a:rPr lang="en" sz="1100"/>
              <a:t>Rank=200, Reg=0.5, Dynamic Thresholding, Filter (Users &lt; 20 reviews, Products &lt; 100 reviews)</a:t>
            </a:r>
            <a:endParaRPr sz="1100"/>
          </a:p>
          <a:p>
            <a:pPr indent="0" lvl="0" marL="0" rtl="0" algn="l">
              <a:spcBef>
                <a:spcPts val="0"/>
              </a:spcBef>
              <a:spcAft>
                <a:spcPts val="0"/>
              </a:spcAft>
              <a:buNone/>
            </a:pPr>
            <a:r>
              <a:t/>
            </a:r>
            <a:endParaRPr sz="1100"/>
          </a:p>
          <a:p>
            <a:pPr indent="0" lvl="0" marL="0" rtl="0" algn="l">
              <a:lnSpc>
                <a:spcPct val="115000"/>
              </a:lnSpc>
              <a:spcBef>
                <a:spcPts val="0"/>
              </a:spcBef>
              <a:spcAft>
                <a:spcPts val="0"/>
              </a:spcAft>
              <a:buNone/>
            </a:pPr>
            <a:r>
              <a:rPr b="1" lang="en" sz="1100">
                <a:latin typeface="Arial"/>
                <a:ea typeface="Arial"/>
                <a:cs typeface="Arial"/>
                <a:sym typeface="Arial"/>
              </a:rPr>
              <a:t>F1 Score: 0.782</a:t>
            </a:r>
            <a:r>
              <a:rPr lang="en" sz="1100">
                <a:latin typeface="Arial"/>
                <a:ea typeface="Arial"/>
                <a:cs typeface="Arial"/>
                <a:sym typeface="Arial"/>
              </a:rPr>
              <a:t> – Indicates strong balance between precision and recall in an imbalanced dataset</a:t>
            </a:r>
            <a:endParaRPr sz="1100">
              <a:latin typeface="Arial"/>
              <a:ea typeface="Arial"/>
              <a:cs typeface="Arial"/>
              <a:sym typeface="Arial"/>
            </a:endParaRPr>
          </a:p>
          <a:p>
            <a:pPr indent="0" lvl="0" marL="0" rtl="0" algn="l">
              <a:lnSpc>
                <a:spcPct val="115000"/>
              </a:lnSpc>
              <a:spcBef>
                <a:spcPts val="0"/>
              </a:spcBef>
              <a:spcAft>
                <a:spcPts val="0"/>
              </a:spcAft>
              <a:buNone/>
            </a:pPr>
            <a:r>
              <a:rPr b="1" lang="en" sz="1100">
                <a:latin typeface="Arial"/>
                <a:ea typeface="Arial"/>
                <a:cs typeface="Arial"/>
                <a:sym typeface="Arial"/>
              </a:rPr>
              <a:t>ROC AUC: 0.733</a:t>
            </a:r>
            <a:r>
              <a:rPr lang="en" sz="1100">
                <a:latin typeface="Arial"/>
                <a:ea typeface="Arial"/>
                <a:cs typeface="Arial"/>
                <a:sym typeface="Arial"/>
              </a:rPr>
              <a:t> – The model discriminates between "Like" and "Dislike" items 73% of the time</a:t>
            </a:r>
            <a:endParaRPr sz="1100">
              <a:latin typeface="Arial"/>
              <a:ea typeface="Arial"/>
              <a:cs typeface="Arial"/>
              <a:sym typeface="Arial"/>
            </a:endParaRPr>
          </a:p>
          <a:p>
            <a:pPr indent="0" lvl="0" marL="0" rtl="0" algn="l">
              <a:lnSpc>
                <a:spcPct val="115000"/>
              </a:lnSpc>
              <a:spcBef>
                <a:spcPts val="0"/>
              </a:spcBef>
              <a:spcAft>
                <a:spcPts val="0"/>
              </a:spcAft>
              <a:buNone/>
            </a:pPr>
            <a:r>
              <a:rPr b="1" lang="en" sz="1100">
                <a:latin typeface="Arial"/>
                <a:ea typeface="Arial"/>
                <a:cs typeface="Arial"/>
                <a:sym typeface="Arial"/>
              </a:rPr>
              <a:t>Precision: 93.8%</a:t>
            </a:r>
            <a:r>
              <a:rPr lang="en" sz="1100">
                <a:latin typeface="Arial"/>
                <a:ea typeface="Arial"/>
                <a:cs typeface="Arial"/>
                <a:sym typeface="Arial"/>
              </a:rPr>
              <a:t> – When the model predicts a "Like," it is correct 94% of the time</a:t>
            </a:r>
            <a:endParaRPr sz="1100">
              <a:latin typeface="Arial"/>
              <a:ea typeface="Arial"/>
              <a:cs typeface="Arial"/>
              <a:sym typeface="Arial"/>
            </a:endParaRPr>
          </a:p>
          <a:p>
            <a:pPr indent="0" lvl="0" marL="0" rtl="0" algn="l">
              <a:spcBef>
                <a:spcPts val="0"/>
              </a:spcBef>
              <a:spcAft>
                <a:spcPts val="0"/>
              </a:spcAft>
              <a:buNone/>
            </a:pPr>
            <a:r>
              <a:t/>
            </a:r>
            <a:endParaRPr/>
          </a:p>
        </p:txBody>
      </p:sp>
      <p:pic>
        <p:nvPicPr>
          <p:cNvPr id="644" name="Google Shape;644;p68"/>
          <p:cNvPicPr preferRelativeResize="0"/>
          <p:nvPr/>
        </p:nvPicPr>
        <p:blipFill>
          <a:blip r:embed="rId3">
            <a:alphaModFix/>
          </a:blip>
          <a:stretch>
            <a:fillRect/>
          </a:stretch>
        </p:blipFill>
        <p:spPr>
          <a:xfrm>
            <a:off x="2620050" y="1001764"/>
            <a:ext cx="3055200" cy="2291400"/>
          </a:xfrm>
          <a:prstGeom prst="roundRect">
            <a:avLst>
              <a:gd fmla="val 7693" name="adj"/>
            </a:avLst>
          </a:prstGeom>
          <a:noFill/>
          <a:ln>
            <a:noFill/>
          </a:ln>
        </p:spPr>
      </p:pic>
      <p:pic>
        <p:nvPicPr>
          <p:cNvPr id="645" name="Google Shape;645;p68"/>
          <p:cNvPicPr preferRelativeResize="0"/>
          <p:nvPr/>
        </p:nvPicPr>
        <p:blipFill>
          <a:blip r:embed="rId4">
            <a:alphaModFix/>
          </a:blip>
          <a:stretch>
            <a:fillRect/>
          </a:stretch>
        </p:blipFill>
        <p:spPr>
          <a:xfrm>
            <a:off x="5750441" y="1001774"/>
            <a:ext cx="2749800" cy="2291400"/>
          </a:xfrm>
          <a:prstGeom prst="roundRect">
            <a:avLst>
              <a:gd fmla="val 7988" name="adj"/>
            </a:avLst>
          </a:prstGeom>
          <a:noFill/>
          <a:ln>
            <a:noFill/>
          </a:ln>
        </p:spPr>
      </p:pic>
      <p:sp>
        <p:nvSpPr>
          <p:cNvPr id="646" name="Google Shape;646;p68"/>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47" name="Google Shape;647;p68"/>
          <p:cNvPicPr preferRelativeResize="0"/>
          <p:nvPr/>
        </p:nvPicPr>
        <p:blipFill rotWithShape="1">
          <a:blip r:embed="rId5">
            <a:alphaModFix/>
          </a:blip>
          <a:srcRect b="2458" l="12241" r="12241" t="0"/>
          <a:stretch/>
        </p:blipFill>
        <p:spPr>
          <a:xfrm>
            <a:off x="438525" y="993325"/>
            <a:ext cx="1965300" cy="3869400"/>
          </a:xfrm>
          <a:prstGeom prst="roundRect">
            <a:avLst>
              <a:gd fmla="val 17922" name="adj"/>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6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Interpretation &amp; Business Impact</a:t>
            </a:r>
            <a:endParaRPr sz="2000"/>
          </a:p>
        </p:txBody>
      </p:sp>
      <p:sp>
        <p:nvSpPr>
          <p:cNvPr id="653" name="Google Shape;653;p69"/>
          <p:cNvSpPr txBox="1"/>
          <p:nvPr>
            <p:ph idx="1" type="body"/>
          </p:nvPr>
        </p:nvSpPr>
        <p:spPr>
          <a:xfrm>
            <a:off x="311700" y="1152475"/>
            <a:ext cx="64257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latin typeface="Arial"/>
                <a:ea typeface="Arial"/>
                <a:cs typeface="Arial"/>
                <a:sym typeface="Arial"/>
              </a:rPr>
              <a:t>1. </a:t>
            </a:r>
            <a:r>
              <a:rPr b="1" lang="en" sz="1100">
                <a:latin typeface="Arial"/>
                <a:ea typeface="Arial"/>
                <a:cs typeface="Arial"/>
                <a:sym typeface="Arial"/>
              </a:rPr>
              <a:t>Imbalanced</a:t>
            </a:r>
            <a:r>
              <a:rPr b="1" lang="en" sz="1100">
                <a:latin typeface="Arial"/>
                <a:ea typeface="Arial"/>
                <a:cs typeface="Arial"/>
                <a:sym typeface="Arial"/>
              </a:rPr>
              <a:t> Dataset</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Font typeface="Arial"/>
              <a:buChar char="●"/>
            </a:pPr>
            <a:r>
              <a:rPr lang="en" sz="1100">
                <a:latin typeface="Arial"/>
                <a:ea typeface="Arial"/>
                <a:cs typeface="Arial"/>
                <a:sym typeface="Arial"/>
              </a:rPr>
              <a:t>The dataset is heavily imbalanced (approx. 7:1 ratio of Likes to Dislikes ratio)</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Font typeface="Arial"/>
              <a:buChar char="●"/>
            </a:pPr>
            <a:r>
              <a:rPr lang="en" sz="1100">
                <a:latin typeface="Arial"/>
                <a:ea typeface="Arial"/>
                <a:cs typeface="Arial"/>
                <a:sym typeface="Arial"/>
              </a:rPr>
              <a:t>Amazon Users rarely rate items 1 or 2 stars (Dislike) since users mostly buy products which already have good reviews or are ranked higher. The model has learned this bias</a:t>
            </a:r>
            <a:endParaRPr sz="1100">
              <a:latin typeface="Arial"/>
              <a:ea typeface="Arial"/>
              <a:cs typeface="Arial"/>
              <a:sym typeface="Arial"/>
            </a:endParaRPr>
          </a:p>
          <a:p>
            <a:pPr indent="0" lvl="0" marL="0" rtl="0" algn="l">
              <a:lnSpc>
                <a:spcPct val="115000"/>
              </a:lnSpc>
              <a:spcBef>
                <a:spcPts val="1200"/>
              </a:spcBef>
              <a:spcAft>
                <a:spcPts val="0"/>
              </a:spcAft>
              <a:buNone/>
            </a:pPr>
            <a:r>
              <a:rPr b="1" lang="en" sz="1100">
                <a:latin typeface="Arial"/>
                <a:ea typeface="Arial"/>
                <a:cs typeface="Arial"/>
                <a:sym typeface="Arial"/>
              </a:rPr>
              <a:t>2. High Precision (94%) with </a:t>
            </a:r>
            <a:r>
              <a:rPr b="1" lang="en" sz="1100">
                <a:latin typeface="Arial"/>
                <a:ea typeface="Arial"/>
                <a:cs typeface="Arial"/>
                <a:sym typeface="Arial"/>
              </a:rPr>
              <a:t>Moderate Recall (67%)</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Font typeface="Arial"/>
              <a:buChar char="●"/>
            </a:pPr>
            <a:r>
              <a:rPr lang="en" sz="1100">
                <a:latin typeface="Arial"/>
                <a:ea typeface="Arial"/>
                <a:cs typeface="Arial"/>
                <a:sym typeface="Arial"/>
              </a:rPr>
              <a:t>The model rarely makes "False Positive" errors with only 3.9% of predictions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Font typeface="Arial"/>
              <a:buChar char="●"/>
            </a:pPr>
            <a:r>
              <a:rPr lang="en" sz="1100">
                <a:latin typeface="Arial"/>
                <a:ea typeface="Arial"/>
                <a:cs typeface="Arial"/>
                <a:sym typeface="Arial"/>
              </a:rPr>
              <a:t>Users will not be annoyed by irrelevant recommendations. If the model suggests it, users will most probably like it. This builds long-term user trust and retention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Font typeface="Arial"/>
              <a:buChar char="●"/>
            </a:pPr>
            <a:r>
              <a:rPr lang="en" sz="1100">
                <a:latin typeface="Arial"/>
                <a:ea typeface="Arial"/>
                <a:cs typeface="Arial"/>
                <a:sym typeface="Arial"/>
              </a:rPr>
              <a:t>The model missed around 29% of actual likes (False Negatives)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Font typeface="Arial"/>
              <a:buChar char="●"/>
            </a:pPr>
            <a:r>
              <a:rPr lang="en" sz="1100">
                <a:latin typeface="Arial"/>
                <a:ea typeface="Arial"/>
                <a:cs typeface="Arial"/>
                <a:sym typeface="Arial"/>
              </a:rPr>
              <a:t>Due to the high regularization (Reg=0.5), the model is "conservative." It ignores weak signals to avoid making mistakes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Font typeface="Arial"/>
              <a:buChar char="●"/>
            </a:pPr>
            <a:r>
              <a:rPr lang="en" sz="1100">
                <a:latin typeface="Arial"/>
                <a:ea typeface="Arial"/>
                <a:cs typeface="Arial"/>
                <a:sym typeface="Arial"/>
              </a:rPr>
              <a:t>This is acceptable for a recommender system. It is better to miss a sale than to break user trust with a bad recommendation</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654" name="Google Shape;654;p69"/>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55" name="Google Shape;655;p69"/>
          <p:cNvPicPr preferRelativeResize="0"/>
          <p:nvPr/>
        </p:nvPicPr>
        <p:blipFill>
          <a:blip r:embed="rId3">
            <a:alphaModFix/>
          </a:blip>
          <a:stretch>
            <a:fillRect/>
          </a:stretch>
        </p:blipFill>
        <p:spPr>
          <a:xfrm flipH="1">
            <a:off x="7300500" y="1455200"/>
            <a:ext cx="1375150" cy="1375150"/>
          </a:xfrm>
          <a:prstGeom prst="rect">
            <a:avLst/>
          </a:prstGeom>
          <a:noFill/>
          <a:ln>
            <a:noFill/>
          </a:ln>
        </p:spPr>
      </p:pic>
      <p:pic>
        <p:nvPicPr>
          <p:cNvPr id="656" name="Google Shape;656;p69"/>
          <p:cNvPicPr preferRelativeResize="0"/>
          <p:nvPr/>
        </p:nvPicPr>
        <p:blipFill>
          <a:blip r:embed="rId4">
            <a:alphaModFix/>
          </a:blip>
          <a:stretch>
            <a:fillRect/>
          </a:stretch>
        </p:blipFill>
        <p:spPr>
          <a:xfrm>
            <a:off x="7300500" y="3131826"/>
            <a:ext cx="1375151" cy="14391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7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Challenges</a:t>
            </a:r>
            <a:endParaRPr sz="2000"/>
          </a:p>
        </p:txBody>
      </p:sp>
      <p:sp>
        <p:nvSpPr>
          <p:cNvPr id="662" name="Google Shape;662;p70"/>
          <p:cNvSpPr txBox="1"/>
          <p:nvPr>
            <p:ph idx="1" type="body"/>
          </p:nvPr>
        </p:nvSpPr>
        <p:spPr>
          <a:xfrm>
            <a:off x="311700" y="1307650"/>
            <a:ext cx="8484600" cy="20301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en" sz="1600"/>
              <a:t>We had to refine Word2Vec dimensionality and moved from full-dataset training to sample-based training for efficiency</a:t>
            </a:r>
            <a:endParaRPr sz="1600"/>
          </a:p>
          <a:p>
            <a:pPr indent="-330200" lvl="0" marL="457200" rtl="0" algn="l">
              <a:spcBef>
                <a:spcPts val="0"/>
              </a:spcBef>
              <a:spcAft>
                <a:spcPts val="0"/>
              </a:spcAft>
              <a:buSzPts val="1600"/>
              <a:buAutoNum type="arabicPeriod"/>
            </a:pPr>
            <a:r>
              <a:rPr lang="en" sz="1600"/>
              <a:t>Model training required iterative tuning due to heavy computational demands</a:t>
            </a:r>
            <a:endParaRPr sz="1600"/>
          </a:p>
          <a:p>
            <a:pPr indent="-330200" lvl="0" marL="457200" rtl="0" algn="l">
              <a:spcBef>
                <a:spcPts val="0"/>
              </a:spcBef>
              <a:spcAft>
                <a:spcPts val="0"/>
              </a:spcAft>
              <a:buSzPts val="1600"/>
              <a:buAutoNum type="arabicPeriod"/>
            </a:pPr>
            <a:r>
              <a:rPr lang="en" sz="1600"/>
              <a:t>The text data needed extensive cleaning before modeling</a:t>
            </a:r>
            <a:endParaRPr sz="1600"/>
          </a:p>
          <a:p>
            <a:pPr indent="-330200" lvl="0" marL="457200" rtl="0" algn="l">
              <a:spcBef>
                <a:spcPts val="0"/>
              </a:spcBef>
              <a:spcAft>
                <a:spcPts val="0"/>
              </a:spcAft>
              <a:buSzPts val="1600"/>
              <a:buAutoNum type="arabicPeriod"/>
            </a:pPr>
            <a:r>
              <a:rPr lang="en" sz="1600"/>
              <a:t>Random Forest features were optimized using grid search with cross-validation</a:t>
            </a:r>
            <a:endParaRPr sz="1600"/>
          </a:p>
          <a:p>
            <a:pPr indent="-330200" lvl="0" marL="457200" rtl="0" algn="l">
              <a:lnSpc>
                <a:spcPct val="115000"/>
              </a:lnSpc>
              <a:spcBef>
                <a:spcPts val="0"/>
              </a:spcBef>
              <a:spcAft>
                <a:spcPts val="0"/>
              </a:spcAft>
              <a:buSzPts val="1600"/>
              <a:buAutoNum type="arabicPeriod"/>
            </a:pPr>
            <a:r>
              <a:rPr lang="en" sz="1600"/>
              <a:t>Shifted from random splitting to a Time-Based Split to simulate real-world forecasting.</a:t>
            </a:r>
            <a:endParaRPr sz="1600"/>
          </a:p>
          <a:p>
            <a:pPr indent="-330200" lvl="0" marL="457200" rtl="0" algn="l">
              <a:lnSpc>
                <a:spcPct val="115000"/>
              </a:lnSpc>
              <a:spcBef>
                <a:spcPts val="0"/>
              </a:spcBef>
              <a:spcAft>
                <a:spcPts val="0"/>
              </a:spcAft>
              <a:buSzPts val="1600"/>
              <a:buAutoNum type="arabicPeriod"/>
            </a:pPr>
            <a:r>
              <a:rPr lang="en" sz="1600"/>
              <a:t>Pivoted from Regression to Binary Classification to generate more actionable recommendations.</a:t>
            </a:r>
            <a:endParaRPr sz="1600"/>
          </a:p>
          <a:p>
            <a:pPr indent="-330200" lvl="0" marL="457200" rtl="0" algn="l">
              <a:lnSpc>
                <a:spcPct val="115000"/>
              </a:lnSpc>
              <a:spcBef>
                <a:spcPts val="0"/>
              </a:spcBef>
              <a:spcAft>
                <a:spcPts val="0"/>
              </a:spcAft>
              <a:buSzPts val="1600"/>
              <a:buAutoNum type="arabicPeriod"/>
            </a:pPr>
            <a:r>
              <a:rPr lang="en" sz="1600"/>
              <a:t>Expanded the hyperparameter grid to maximize complexity after initial tests showed stronger regularization yielded better results.</a:t>
            </a:r>
            <a:endParaRPr sz="1600"/>
          </a:p>
        </p:txBody>
      </p:sp>
      <p:sp>
        <p:nvSpPr>
          <p:cNvPr id="663" name="Google Shape;663;p70"/>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7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4. </a:t>
            </a:r>
            <a:r>
              <a:rPr lang="en" sz="2000"/>
              <a:t>Conclusion </a:t>
            </a:r>
            <a:endParaRPr sz="2000">
              <a:solidFill>
                <a:schemeClr val="accent2"/>
              </a:solidFill>
            </a:endParaRPr>
          </a:p>
        </p:txBody>
      </p:sp>
      <p:sp>
        <p:nvSpPr>
          <p:cNvPr id="669" name="Google Shape;669;p7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600"/>
              <a:t>Key Findings</a:t>
            </a:r>
            <a:endParaRPr b="1" sz="1600"/>
          </a:p>
          <a:p>
            <a:pPr indent="-330200" lvl="0" marL="457200" rtl="0" algn="l">
              <a:lnSpc>
                <a:spcPct val="115000"/>
              </a:lnSpc>
              <a:spcBef>
                <a:spcPts val="0"/>
              </a:spcBef>
              <a:spcAft>
                <a:spcPts val="0"/>
              </a:spcAft>
              <a:buSzPts val="1600"/>
              <a:buChar char="-"/>
            </a:pPr>
            <a:r>
              <a:rPr lang="en" sz="1600"/>
              <a:t>25-30% of reviews contain sentiment–rating mismatches, revealing unmet customer expectations</a:t>
            </a:r>
            <a:endParaRPr sz="1600"/>
          </a:p>
          <a:p>
            <a:pPr indent="-330200" lvl="0" marL="457200" rtl="0" algn="l">
              <a:lnSpc>
                <a:spcPct val="115000"/>
              </a:lnSpc>
              <a:spcBef>
                <a:spcPts val="0"/>
              </a:spcBef>
              <a:spcAft>
                <a:spcPts val="0"/>
              </a:spcAft>
              <a:buSzPts val="1600"/>
              <a:buChar char="-"/>
            </a:pPr>
            <a:r>
              <a:rPr lang="en" sz="1600"/>
              <a:t>Low-star, high-helpful reviews are the most actionable signals for product improvement</a:t>
            </a:r>
            <a:endParaRPr sz="1600"/>
          </a:p>
          <a:p>
            <a:pPr indent="-330200" lvl="0" marL="457200" rtl="0" algn="l">
              <a:lnSpc>
                <a:spcPct val="115000"/>
              </a:lnSpc>
              <a:spcBef>
                <a:spcPts val="0"/>
              </a:spcBef>
              <a:spcAft>
                <a:spcPts val="0"/>
              </a:spcAft>
              <a:buSzPts val="1600"/>
              <a:buChar char="-"/>
            </a:pPr>
            <a:r>
              <a:rPr lang="en" sz="1600"/>
              <a:t>Sentiment analysis + topic extraction successfully identifies hidden pain points</a:t>
            </a:r>
            <a:endParaRPr sz="1600"/>
          </a:p>
          <a:p>
            <a:pPr indent="0" lvl="0" marL="0" rtl="0" algn="l">
              <a:lnSpc>
                <a:spcPct val="115000"/>
              </a:lnSpc>
              <a:spcBef>
                <a:spcPts val="0"/>
              </a:spcBef>
              <a:spcAft>
                <a:spcPts val="0"/>
              </a:spcAft>
              <a:buNone/>
            </a:pPr>
            <a:r>
              <a:t/>
            </a:r>
            <a:endParaRPr b="1" sz="1600"/>
          </a:p>
          <a:p>
            <a:pPr indent="0" lvl="0" marL="0" rtl="0" algn="l">
              <a:lnSpc>
                <a:spcPct val="115000"/>
              </a:lnSpc>
              <a:spcBef>
                <a:spcPts val="0"/>
              </a:spcBef>
              <a:spcAft>
                <a:spcPts val="0"/>
              </a:spcAft>
              <a:buNone/>
            </a:pPr>
            <a:r>
              <a:rPr b="1" lang="en" sz="1600"/>
              <a:t>What We Delivered</a:t>
            </a:r>
            <a:endParaRPr b="1" sz="1600"/>
          </a:p>
          <a:p>
            <a:pPr indent="-330200" lvl="0" marL="457200" rtl="0" algn="l">
              <a:lnSpc>
                <a:spcPct val="115000"/>
              </a:lnSpc>
              <a:spcBef>
                <a:spcPts val="0"/>
              </a:spcBef>
              <a:spcAft>
                <a:spcPts val="0"/>
              </a:spcAft>
              <a:buSzPts val="1600"/>
              <a:buChar char="-"/>
            </a:pPr>
            <a:r>
              <a:rPr lang="en" sz="1600"/>
              <a:t>Built a two-pipeline system to detect and explain sentiment rating mismatches</a:t>
            </a:r>
            <a:endParaRPr sz="1600"/>
          </a:p>
          <a:p>
            <a:pPr indent="-330200" lvl="0" marL="457200" rtl="0" algn="l">
              <a:lnSpc>
                <a:spcPct val="115000"/>
              </a:lnSpc>
              <a:spcBef>
                <a:spcPts val="0"/>
              </a:spcBef>
              <a:spcAft>
                <a:spcPts val="0"/>
              </a:spcAft>
              <a:buSzPts val="1600"/>
              <a:buChar char="-"/>
            </a:pPr>
            <a:r>
              <a:rPr lang="en" sz="1600"/>
              <a:t>Achieved 94% precision in identifying reliable signals for product teams</a:t>
            </a:r>
            <a:endParaRPr sz="1600"/>
          </a:p>
          <a:p>
            <a:pPr indent="-330200" lvl="0" marL="457200" rtl="0" algn="l">
              <a:lnSpc>
                <a:spcPct val="115000"/>
              </a:lnSpc>
              <a:spcBef>
                <a:spcPts val="0"/>
              </a:spcBef>
              <a:spcAft>
                <a:spcPts val="0"/>
              </a:spcAft>
              <a:buSzPts val="1600"/>
              <a:buChar char="-"/>
            </a:pPr>
            <a:r>
              <a:rPr lang="en" sz="1600"/>
              <a:t>Extracted recurring themes (shipping, quality, fit, durability) from mismatched reviews</a:t>
            </a:r>
            <a:endParaRPr sz="1600"/>
          </a:p>
          <a:p>
            <a:pPr indent="0" lvl="0" marL="0" rtl="0" algn="l">
              <a:lnSpc>
                <a:spcPct val="115000"/>
              </a:lnSpc>
              <a:spcBef>
                <a:spcPts val="0"/>
              </a:spcBef>
              <a:spcAft>
                <a:spcPts val="0"/>
              </a:spcAft>
              <a:buNone/>
            </a:pPr>
            <a:r>
              <a:t/>
            </a:r>
            <a:endParaRPr sz="1600"/>
          </a:p>
        </p:txBody>
      </p:sp>
      <p:sp>
        <p:nvSpPr>
          <p:cNvPr id="670" name="Google Shape;670;p71"/>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72"/>
          <p:cNvSpPr txBox="1"/>
          <p:nvPr>
            <p:ph idx="1" type="body"/>
          </p:nvPr>
        </p:nvSpPr>
        <p:spPr>
          <a:xfrm>
            <a:off x="311700" y="1499700"/>
            <a:ext cx="8520600" cy="214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6000"/>
              <a:t>Thank you </a:t>
            </a:r>
            <a:endParaRPr sz="6000"/>
          </a:p>
          <a:p>
            <a:pPr indent="0" lvl="0" marL="0" rtl="0" algn="ctr">
              <a:spcBef>
                <a:spcPts val="0"/>
              </a:spcBef>
              <a:spcAft>
                <a:spcPts val="0"/>
              </a:spcAft>
              <a:buNone/>
            </a:pPr>
            <a:r>
              <a:rPr lang="en" sz="6000"/>
              <a:t>Q &amp; A</a:t>
            </a:r>
            <a:endParaRPr sz="6000"/>
          </a:p>
        </p:txBody>
      </p:sp>
      <p:sp>
        <p:nvSpPr>
          <p:cNvPr id="676" name="Google Shape;676;p72"/>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7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5. Appendix</a:t>
            </a:r>
            <a:endParaRPr sz="2500"/>
          </a:p>
          <a:p>
            <a:pPr indent="0" lvl="0" marL="0" rtl="0" algn="l">
              <a:spcBef>
                <a:spcPts val="0"/>
              </a:spcBef>
              <a:spcAft>
                <a:spcPts val="0"/>
              </a:spcAft>
              <a:buNone/>
            </a:pPr>
            <a:r>
              <a:t/>
            </a:r>
            <a:endParaRPr sz="2500"/>
          </a:p>
        </p:txBody>
      </p:sp>
      <p:sp>
        <p:nvSpPr>
          <p:cNvPr id="682" name="Google Shape;682;p73"/>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p74"/>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88" name="Google Shape;688;p74"/>
          <p:cNvPicPr preferRelativeResize="0"/>
          <p:nvPr/>
        </p:nvPicPr>
        <p:blipFill>
          <a:blip r:embed="rId3">
            <a:alphaModFix/>
          </a:blip>
          <a:stretch>
            <a:fillRect/>
          </a:stretch>
        </p:blipFill>
        <p:spPr>
          <a:xfrm>
            <a:off x="859671" y="747650"/>
            <a:ext cx="7217350" cy="397375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75"/>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94" name="Google Shape;694;p75" title="Code_Generated_Image.png"/>
          <p:cNvPicPr preferRelativeResize="0"/>
          <p:nvPr/>
        </p:nvPicPr>
        <p:blipFill>
          <a:blip r:embed="rId3">
            <a:alphaModFix/>
          </a:blip>
          <a:stretch>
            <a:fillRect/>
          </a:stretch>
        </p:blipFill>
        <p:spPr>
          <a:xfrm>
            <a:off x="2593863" y="986313"/>
            <a:ext cx="4181412" cy="310467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7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Distribution of Predicted Positive Sentiment Probability</a:t>
            </a:r>
            <a:endParaRPr sz="2000"/>
          </a:p>
        </p:txBody>
      </p:sp>
      <p:sp>
        <p:nvSpPr>
          <p:cNvPr id="700" name="Google Shape;700;p76"/>
          <p:cNvSpPr txBox="1"/>
          <p:nvPr>
            <p:ph idx="1" type="body"/>
          </p:nvPr>
        </p:nvSpPr>
        <p:spPr>
          <a:xfrm>
            <a:off x="311700" y="1152475"/>
            <a:ext cx="8520600" cy="27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This shows the distribution of the predicted positive sentiment from our logistic </a:t>
            </a:r>
            <a:r>
              <a:rPr lang="en" sz="1300"/>
              <a:t>regression model</a:t>
            </a:r>
            <a:endParaRPr sz="1500"/>
          </a:p>
        </p:txBody>
      </p:sp>
      <p:pic>
        <p:nvPicPr>
          <p:cNvPr id="701" name="Google Shape;701;p76" title="Screenshot 2025-12-07 at 11.04.59 AM.png"/>
          <p:cNvPicPr preferRelativeResize="0"/>
          <p:nvPr/>
        </p:nvPicPr>
        <p:blipFill rotWithShape="1">
          <a:blip r:embed="rId3">
            <a:alphaModFix/>
          </a:blip>
          <a:srcRect b="0" l="2171" r="2181" t="0"/>
          <a:stretch/>
        </p:blipFill>
        <p:spPr>
          <a:xfrm>
            <a:off x="1863409" y="1549826"/>
            <a:ext cx="5275289" cy="3293526"/>
          </a:xfrm>
          <a:prstGeom prst="rect">
            <a:avLst/>
          </a:prstGeom>
          <a:noFill/>
          <a:ln>
            <a:noFill/>
          </a:ln>
        </p:spPr>
      </p:pic>
      <p:sp>
        <p:nvSpPr>
          <p:cNvPr id="702" name="Google Shape;702;p76"/>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7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5-Class Random Forest Prediction Model</a:t>
            </a:r>
            <a:endParaRPr/>
          </a:p>
        </p:txBody>
      </p:sp>
      <p:sp>
        <p:nvSpPr>
          <p:cNvPr id="708" name="Google Shape;708;p7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9250" lvl="0" marL="457200" rtl="0" algn="l">
              <a:spcBef>
                <a:spcPts val="0"/>
              </a:spcBef>
              <a:spcAft>
                <a:spcPts val="0"/>
              </a:spcAft>
              <a:buSzPts val="1900"/>
              <a:buChar char="●"/>
            </a:pPr>
            <a:r>
              <a:rPr lang="en" sz="1900"/>
              <a:t>Overall Test Accuracy: 0.4252</a:t>
            </a:r>
            <a:endParaRPr sz="1900"/>
          </a:p>
          <a:p>
            <a:pPr indent="-349250" lvl="0" marL="457200" rtl="0" algn="l">
              <a:spcBef>
                <a:spcPts val="0"/>
              </a:spcBef>
              <a:spcAft>
                <a:spcPts val="0"/>
              </a:spcAft>
              <a:buSzPts val="1900"/>
              <a:buChar char="●"/>
            </a:pPr>
            <a:r>
              <a:rPr lang="en" sz="1900"/>
              <a:t>Overall F1 Score (weighted): 0.4753</a:t>
            </a:r>
            <a:endParaRPr sz="1900"/>
          </a:p>
          <a:p>
            <a:pPr indent="-349250" lvl="0" marL="457200" rtl="0" algn="l">
              <a:spcBef>
                <a:spcPts val="0"/>
              </a:spcBef>
              <a:spcAft>
                <a:spcPts val="0"/>
              </a:spcAft>
              <a:buSzPts val="1900"/>
              <a:buChar char="●"/>
            </a:pPr>
            <a:r>
              <a:rPr lang="en" sz="1900"/>
              <a:t>Overall Weighted Precision: 0.6023</a:t>
            </a:r>
            <a:endParaRPr sz="1900"/>
          </a:p>
          <a:p>
            <a:pPr indent="-349250" lvl="0" marL="457200" rtl="0" algn="l">
              <a:spcBef>
                <a:spcPts val="0"/>
              </a:spcBef>
              <a:spcAft>
                <a:spcPts val="0"/>
              </a:spcAft>
              <a:buSzPts val="1900"/>
              <a:buChar char="●"/>
            </a:pPr>
            <a:r>
              <a:rPr lang="en" sz="1900"/>
              <a:t>Overall Weighted Recall: 0.4252</a:t>
            </a:r>
            <a:endParaRPr sz="1900"/>
          </a:p>
        </p:txBody>
      </p:sp>
      <p:graphicFrame>
        <p:nvGraphicFramePr>
          <p:cNvPr id="709" name="Google Shape;709;p77"/>
          <p:cNvGraphicFramePr/>
          <p:nvPr/>
        </p:nvGraphicFramePr>
        <p:xfrm>
          <a:off x="1051775" y="2653100"/>
          <a:ext cx="3000000" cy="3000000"/>
        </p:xfrm>
        <a:graphic>
          <a:graphicData uri="http://schemas.openxmlformats.org/drawingml/2006/table">
            <a:tbl>
              <a:tblPr>
                <a:noFill/>
                <a:tableStyleId>{5A54C6E9-52EC-4178-BF43-A9CFB6478769}</a:tableStyleId>
              </a:tblPr>
              <a:tblGrid>
                <a:gridCol w="1206500"/>
                <a:gridCol w="1206500"/>
                <a:gridCol w="1206500"/>
                <a:gridCol w="1206500"/>
                <a:gridCol w="1206500"/>
                <a:gridCol w="1206500"/>
              </a:tblGrid>
              <a:tr h="381000">
                <a:tc>
                  <a:txBody>
                    <a:bodyPr/>
                    <a:lstStyle/>
                    <a:p>
                      <a:pPr indent="0" lvl="0" marL="0" rtl="0" algn="l">
                        <a:spcBef>
                          <a:spcPts val="0"/>
                        </a:spcBef>
                        <a:spcAft>
                          <a:spcPts val="0"/>
                        </a:spcAft>
                        <a:buNone/>
                      </a:pPr>
                      <a:r>
                        <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1.0</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2.0</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3.0</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4.0</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5.0</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dk1"/>
                          </a:solidFill>
                        </a:rPr>
                        <a:t>1.0</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1042063</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455869</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215061</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179859</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147100</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dk1"/>
                          </a:solidFill>
                        </a:rPr>
                        <a:t>2.0</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332796</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270107</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114701</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163678</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95389</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dk1"/>
                          </a:solidFill>
                        </a:rPr>
                        <a:t>3.0</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364871</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316749</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171659</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295309</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186951</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dk1"/>
                          </a:solidFill>
                        </a:rPr>
                        <a:t>4.0</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339548</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282674</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198609</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553106</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494419</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
                          <a:solidFill>
                            <a:schemeClr val="dk1"/>
                          </a:solidFill>
                        </a:rPr>
                        <a:t>5.0</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1326104</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1069272</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794411</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2237097</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5072702</a:t>
                      </a:r>
                      <a:endParaRPr>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710" name="Google Shape;710;p77"/>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7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Rating Metrics</a:t>
            </a:r>
            <a:endParaRPr/>
          </a:p>
        </p:txBody>
      </p:sp>
      <p:sp>
        <p:nvSpPr>
          <p:cNvPr id="716" name="Google Shape;716;p7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Rating 1.0: Precision=0.3060, Recall=0.5108, F1=0.3827, Support=203995</a:t>
            </a:r>
            <a:endParaRPr sz="1800"/>
          </a:p>
          <a:p>
            <a:pPr indent="-342900" lvl="0" marL="457200" rtl="0" algn="l">
              <a:spcBef>
                <a:spcPts val="0"/>
              </a:spcBef>
              <a:spcAft>
                <a:spcPts val="0"/>
              </a:spcAft>
              <a:buSzPts val="1800"/>
              <a:buChar char="●"/>
            </a:pPr>
            <a:r>
              <a:rPr lang="en" sz="1800"/>
              <a:t>Rating 2.0: Precision=0.1128, Recall=0.2766, F1=0.1602, Support=976671</a:t>
            </a:r>
            <a:endParaRPr sz="1800"/>
          </a:p>
          <a:p>
            <a:pPr indent="-342900" lvl="0" marL="457200" rtl="0" algn="l">
              <a:spcBef>
                <a:spcPts val="0"/>
              </a:spcBef>
              <a:spcAft>
                <a:spcPts val="0"/>
              </a:spcAft>
              <a:buSzPts val="1800"/>
              <a:buChar char="●"/>
            </a:pPr>
            <a:r>
              <a:rPr lang="en" sz="1800"/>
              <a:t>Rating 3.0: Precision=0.1149, Recall=0.1285, F1=0.1213, Support=1335539</a:t>
            </a:r>
            <a:endParaRPr sz="1800"/>
          </a:p>
          <a:p>
            <a:pPr indent="-342900" lvl="0" marL="457200" rtl="0" algn="l">
              <a:spcBef>
                <a:spcPts val="0"/>
              </a:spcBef>
              <a:spcAft>
                <a:spcPts val="0"/>
              </a:spcAft>
              <a:buSzPts val="1800"/>
              <a:buChar char="●"/>
            </a:pPr>
            <a:r>
              <a:rPr lang="en" sz="1800"/>
              <a:t>Rating 4.0: Precision=0.1613, Recall=0.2960, F1=0.2088, Support=1868356</a:t>
            </a:r>
            <a:endParaRPr sz="1800"/>
          </a:p>
          <a:p>
            <a:pPr indent="-342900" lvl="0" marL="457200" rtl="0" algn="l">
              <a:spcBef>
                <a:spcPts val="0"/>
              </a:spcBef>
              <a:spcAft>
                <a:spcPts val="0"/>
              </a:spcAft>
              <a:buSzPts val="1800"/>
              <a:buChar char="●"/>
            </a:pPr>
            <a:r>
              <a:rPr lang="en" sz="1800"/>
              <a:t>Rating 5.0: Precision=0.8459, Recall=0.4831, F1=0.6150, Support=10499586</a:t>
            </a:r>
            <a:endParaRPr sz="1800"/>
          </a:p>
        </p:txBody>
      </p:sp>
      <p:sp>
        <p:nvSpPr>
          <p:cNvPr id="717" name="Google Shape;717;p78"/>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7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7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724" name="Google Shape;724;p79" title="Screenshot 2025-12-02 at 7.18.58 PM.png"/>
          <p:cNvPicPr preferRelativeResize="0"/>
          <p:nvPr/>
        </p:nvPicPr>
        <p:blipFill>
          <a:blip r:embed="rId3">
            <a:alphaModFix/>
          </a:blip>
          <a:stretch>
            <a:fillRect/>
          </a:stretch>
        </p:blipFill>
        <p:spPr>
          <a:xfrm>
            <a:off x="452841" y="0"/>
            <a:ext cx="8238317" cy="5143500"/>
          </a:xfrm>
          <a:prstGeom prst="rect">
            <a:avLst/>
          </a:prstGeom>
          <a:noFill/>
          <a:ln>
            <a:noFill/>
          </a:ln>
        </p:spPr>
      </p:pic>
      <p:sp>
        <p:nvSpPr>
          <p:cNvPr id="725" name="Google Shape;725;p79"/>
          <p:cNvSpPr txBox="1"/>
          <p:nvPr>
            <p:ph idx="12" type="sldNum"/>
          </p:nvPr>
        </p:nvSpPr>
        <p:spPr>
          <a:xfrm>
            <a:off x="8227975" y="217725"/>
            <a:ext cx="548700" cy="234000"/>
          </a:xfrm>
          <a:prstGeom prst="rect">
            <a:avLst/>
          </a:prstGeom>
        </p:spPr>
        <p:txBody>
          <a:bodyPr anchorCtr="0" anchor="t"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usiness Plan Presentation">
  <a:themeElements>
    <a:clrScheme name="Simple Light">
      <a:dk1>
        <a:srgbClr val="FFFFFF"/>
      </a:dk1>
      <a:lt1>
        <a:srgbClr val="2C2C2E"/>
      </a:lt1>
      <a:dk2>
        <a:srgbClr val="B5B5B7"/>
      </a:dk2>
      <a:lt2>
        <a:srgbClr val="D6DEE6"/>
      </a:lt2>
      <a:accent1>
        <a:srgbClr val="0141FA"/>
      </a:accent1>
      <a:accent2>
        <a:srgbClr val="0B67FF"/>
      </a:accent2>
      <a:accent3>
        <a:srgbClr val="3E319E"/>
      </a:accent3>
      <a:accent4>
        <a:srgbClr val="5920CA"/>
      </a:accent4>
      <a:accent5>
        <a:srgbClr val="9900FF"/>
      </a:accent5>
      <a:accent6>
        <a:srgbClr val="3C4043"/>
      </a:accent6>
      <a:hlink>
        <a:srgbClr val="B5B5B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